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367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34AB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GoogleAdsPulse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Media Analytics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9184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4A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11880" y="576072"/>
            <a:ext cx="640080" cy="36576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Breakdown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0" y="228600"/>
            <a:ext cx="201168" cy="20116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365760" y="155448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691640"/>
            <a:ext cx="256032" cy="25603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2670048" y="155448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7208" y="1691640"/>
            <a:ext cx="256032" cy="256032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4974336" y="155448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1496" y="1691640"/>
            <a:ext cx="256032" cy="256032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7278624" y="155448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5784" y="1691640"/>
            <a:ext cx="256032" cy="256032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9582912" y="155448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0072" y="1691640"/>
            <a:ext cx="256032" cy="256032"/>
          </a:xfrm>
          <a:prstGeom prst="rect">
            <a:avLst/>
          </a:prstGeom>
        </p:spPr>
      </p:pic>
      <p:sp>
        <p:nvSpPr>
          <p:cNvPr id="47" name="Shape 34"/>
          <p:cNvSpPr/>
          <p:nvPr/>
        </p:nvSpPr>
        <p:spPr>
          <a:xfrm>
            <a:off x="365760" y="2532888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2670048"/>
            <a:ext cx="256032" cy="256032"/>
          </a:xfrm>
          <a:prstGeom prst="rect">
            <a:avLst/>
          </a:prstGeom>
        </p:spPr>
      </p:pic>
      <p:sp>
        <p:nvSpPr>
          <p:cNvPr id="53" name="Shape 38"/>
          <p:cNvSpPr/>
          <p:nvPr/>
        </p:nvSpPr>
        <p:spPr>
          <a:xfrm>
            <a:off x="2670048" y="2532888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54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07208" y="2670048"/>
            <a:ext cx="256032" cy="256032"/>
          </a:xfrm>
          <a:prstGeom prst="rect">
            <a:avLst/>
          </a:prstGeom>
        </p:spPr>
      </p:pic>
      <p:sp>
        <p:nvSpPr>
          <p:cNvPr id="59" name="Shape 42"/>
          <p:cNvSpPr/>
          <p:nvPr/>
        </p:nvSpPr>
        <p:spPr>
          <a:xfrm>
            <a:off x="4974336" y="2532888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60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1496" y="2670048"/>
            <a:ext cx="256032" cy="256032"/>
          </a:xfrm>
          <a:prstGeom prst="rect">
            <a:avLst/>
          </a:prstGeom>
        </p:spPr>
      </p:pic>
      <p:sp>
        <p:nvSpPr>
          <p:cNvPr id="65" name="Shape 46"/>
          <p:cNvSpPr/>
          <p:nvPr/>
        </p:nvSpPr>
        <p:spPr>
          <a:xfrm>
            <a:off x="7278624" y="2532888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66" name="Image 1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5784" y="2670048"/>
            <a:ext cx="256032" cy="256032"/>
          </a:xfrm>
          <a:prstGeom prst="rect">
            <a:avLst/>
          </a:prstGeom>
        </p:spPr>
      </p:pic>
      <p:sp>
        <p:nvSpPr>
          <p:cNvPr id="71" name="Shape 50"/>
          <p:cNvSpPr/>
          <p:nvPr/>
        </p:nvSpPr>
        <p:spPr>
          <a:xfrm>
            <a:off x="9582912" y="2532888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72" name="Image 1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0072" y="2670048"/>
            <a:ext cx="256032" cy="256032"/>
          </a:xfrm>
          <a:prstGeom prst="rect">
            <a:avLst/>
          </a:prstGeom>
        </p:spPr>
      </p:pic>
      <p:sp>
        <p:nvSpPr>
          <p:cNvPr id="77" name="Shape 54"/>
          <p:cNvSpPr/>
          <p:nvPr/>
        </p:nvSpPr>
        <p:spPr>
          <a:xfrm>
            <a:off x="365760" y="3566160"/>
            <a:ext cx="5522976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0" name="Shape 56"/>
          <p:cNvSpPr/>
          <p:nvPr/>
        </p:nvSpPr>
        <p:spPr>
          <a:xfrm>
            <a:off x="5998464" y="3566160"/>
            <a:ext cx="577900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3" name="Shape 58"/>
          <p:cNvSpPr/>
          <p:nvPr/>
        </p:nvSpPr>
        <p:spPr>
          <a:xfrm>
            <a:off x="365760" y="5212080"/>
            <a:ext cx="5522976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6" name="Shape 60"/>
          <p:cNvSpPr/>
          <p:nvPr/>
        </p:nvSpPr>
        <p:spPr>
          <a:xfrm>
            <a:off x="5998464" y="5212080"/>
            <a:ext cx="577900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933"/>
            <a:ext cx="12161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34AB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GoogleAdsPulse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Media Analytics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9184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4A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92040" y="576072"/>
            <a:ext cx="640080" cy="36576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Breakdown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0" y="228600"/>
            <a:ext cx="201168" cy="20116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365760" y="1554480"/>
            <a:ext cx="5532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07608" y="1554480"/>
            <a:ext cx="5532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65760" y="3566160"/>
            <a:ext cx="11430000" cy="3090672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34AB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GoogleAdsPulse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Media Analytics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9184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4A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576072"/>
            <a:ext cx="640080" cy="36576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Breakdown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0" y="228600"/>
            <a:ext cx="201168" cy="20116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365760" y="155448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755648"/>
            <a:ext cx="502920" cy="50292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206240" y="155448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755648"/>
            <a:ext cx="502920" cy="50292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8046720" y="155448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1755648"/>
            <a:ext cx="502920" cy="50292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365760" y="2734056"/>
            <a:ext cx="11430000" cy="3863339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34AB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GoogleAdsPulse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Media Analytics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9184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4A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52360" y="576072"/>
            <a:ext cx="640080" cy="36576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Breakdown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0" y="228600"/>
            <a:ext cx="201168" cy="20116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365760" y="1554480"/>
            <a:ext cx="55321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07608" y="1554480"/>
            <a:ext cx="55321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65760" y="4069080"/>
            <a:ext cx="5532120" cy="2624328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007608" y="4069080"/>
            <a:ext cx="5532120" cy="2624328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34AB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GoogleAdsPulse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Media Analytics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9184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4A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732520" y="576072"/>
            <a:ext cx="640080" cy="36576"/>
          </a:xfrm>
          <a:prstGeom prst="rect">
            <a:avLst/>
          </a:prstGeom>
          <a:solidFill>
            <a:srgbClr val="534AB7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0" y="228600"/>
            <a:ext cx="201168" cy="20116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365760" y="1554480"/>
            <a:ext cx="5532120" cy="2724912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121408"/>
            <a:ext cx="320040" cy="320040"/>
          </a:xfrm>
          <a:prstGeom prst="rect">
            <a:avLst/>
          </a:prstGeom>
        </p:spPr>
      </p:pic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5728" y="2121408"/>
            <a:ext cx="320040" cy="320040"/>
          </a:xfrm>
          <a:prstGeom prst="rect">
            <a:avLst/>
          </a:prstGeom>
        </p:spPr>
      </p:pic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1376" y="2121408"/>
            <a:ext cx="320040" cy="32004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6007608" y="1554479"/>
            <a:ext cx="5532120" cy="2724913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5" name="Shape 158"/>
          <p:cNvSpPr/>
          <p:nvPr/>
        </p:nvSpPr>
        <p:spPr>
          <a:xfrm>
            <a:off x="365760" y="4416552"/>
            <a:ext cx="5532120" cy="2313432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6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960" y="4489704"/>
            <a:ext cx="274320" cy="274320"/>
          </a:xfrm>
          <a:prstGeom prst="rect">
            <a:avLst/>
          </a:prstGeom>
        </p:spPr>
      </p:pic>
      <p:sp>
        <p:nvSpPr>
          <p:cNvPr id="169" name="Shape 160"/>
          <p:cNvSpPr/>
          <p:nvPr/>
        </p:nvSpPr>
        <p:spPr>
          <a:xfrm>
            <a:off x="6007608" y="4416552"/>
            <a:ext cx="5532120" cy="2304288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916</TotalTime>
  <Words>55</Words>
  <Application>Microsoft Office PowerPoint</Application>
  <PresentationFormat>Grand écran</PresentationFormat>
  <Paragraphs>45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Calibri</vt:lpstr>
      <vt:lpstr>Inter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GoogleAdsPulse — Dashboard Mockup</dc:title>
  <dc:subject>PptxGenJS Presentation</dc:subject>
  <dc:creator>DataProjectLab</dc:creator>
  <cp:lastModifiedBy>soum youss</cp:lastModifiedBy>
  <cp:revision>6</cp:revision>
  <dcterms:created xsi:type="dcterms:W3CDTF">2026-04-23T01:43:23Z</dcterms:created>
  <dcterms:modified xsi:type="dcterms:W3CDTF">2026-04-26T12:33:47Z</dcterms:modified>
</cp:coreProperties>
</file>