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3182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11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7C6FD9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1828800"/>
            <a:ext cx="4114800" cy="4114800"/>
          </a:xfrm>
          <a:prstGeom prst="ellipse">
            <a:avLst/>
          </a:prstGeom>
          <a:solidFill>
            <a:srgbClr val="5B5BD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7C6FD9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5B5BD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48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 — Academy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731520" cy="36576"/>
          </a:xfrm>
          <a:prstGeom prst="rect">
            <a:avLst/>
          </a:prstGeom>
          <a:solidFill>
            <a:srgbClr val="C4B5F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3A337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74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548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143000"/>
            <a:ext cx="36576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188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4688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64008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492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" y="6675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0" y="365760"/>
            <a:ext cx="24231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0" y="365760"/>
            <a:ext cx="2423160" cy="45720"/>
          </a:xfrm>
          <a:prstGeom prst="rect">
            <a:avLst/>
          </a:prstGeom>
          <a:solidFill>
            <a:srgbClr val="5B5BD6"/>
          </a:solidFill>
          <a:ln/>
        </p:spPr>
      </p:sp>
      <p:sp>
        <p:nvSpPr>
          <p:cNvPr id="29" name="Shape 27"/>
          <p:cNvSpPr/>
          <p:nvPr/>
        </p:nvSpPr>
        <p:spPr>
          <a:xfrm>
            <a:off x="4526280" y="365760"/>
            <a:ext cx="24231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26280" y="365760"/>
            <a:ext cx="2423160" cy="45720"/>
          </a:xfrm>
          <a:prstGeom prst="rect">
            <a:avLst/>
          </a:prstGeom>
          <a:solidFill>
            <a:srgbClr val="1FA67D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0" y="365760"/>
            <a:ext cx="24231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040880" y="365760"/>
            <a:ext cx="2423160" cy="45720"/>
          </a:xfrm>
          <a:prstGeom prst="rect">
            <a:avLst/>
          </a:prstGeom>
          <a:solidFill>
            <a:srgbClr val="E5494D"/>
          </a:solidFill>
          <a:ln/>
        </p:spPr>
      </p:sp>
      <p:sp>
        <p:nvSpPr>
          <p:cNvPr id="33" name="Shape 31"/>
          <p:cNvSpPr/>
          <p:nvPr/>
        </p:nvSpPr>
        <p:spPr>
          <a:xfrm>
            <a:off x="9555480" y="365760"/>
            <a:ext cx="24231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555480" y="365760"/>
            <a:ext cx="242316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2011680" y="1828800"/>
            <a:ext cx="64008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03920" y="182880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011680" y="4434840"/>
            <a:ext cx="97840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3A337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74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548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783080"/>
            <a:ext cx="36576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8288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4688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64008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492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" y="6675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0" y="365760"/>
            <a:ext cx="32004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0" y="365760"/>
            <a:ext cx="3200400" cy="45720"/>
          </a:xfrm>
          <a:prstGeom prst="rect">
            <a:avLst/>
          </a:prstGeom>
          <a:solidFill>
            <a:srgbClr val="1FA67D"/>
          </a:solidFill>
          <a:ln/>
        </p:spPr>
      </p:sp>
      <p:sp>
        <p:nvSpPr>
          <p:cNvPr id="29" name="Shape 27"/>
          <p:cNvSpPr/>
          <p:nvPr/>
        </p:nvSpPr>
        <p:spPr>
          <a:xfrm>
            <a:off x="5303520" y="365760"/>
            <a:ext cx="32004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03520" y="365760"/>
            <a:ext cx="3200400" cy="45720"/>
          </a:xfrm>
          <a:prstGeom prst="rect">
            <a:avLst/>
          </a:prstGeom>
          <a:solidFill>
            <a:srgbClr val="1FA67D"/>
          </a:solidFill>
          <a:ln/>
        </p:spPr>
      </p:sp>
      <p:sp>
        <p:nvSpPr>
          <p:cNvPr id="31" name="Shape 29"/>
          <p:cNvSpPr/>
          <p:nvPr/>
        </p:nvSpPr>
        <p:spPr>
          <a:xfrm>
            <a:off x="8595360" y="365760"/>
            <a:ext cx="32004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95360" y="365760"/>
            <a:ext cx="3200400" cy="45720"/>
          </a:xfrm>
          <a:prstGeom prst="rect">
            <a:avLst/>
          </a:prstGeom>
          <a:solidFill>
            <a:srgbClr val="7C6FD9"/>
          </a:solidFill>
          <a:ln/>
        </p:spPr>
      </p:sp>
      <p:sp>
        <p:nvSpPr>
          <p:cNvPr id="33" name="Shape 31"/>
          <p:cNvSpPr/>
          <p:nvPr/>
        </p:nvSpPr>
        <p:spPr>
          <a:xfrm>
            <a:off x="2011680" y="1828800"/>
            <a:ext cx="4937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40880" y="1828800"/>
            <a:ext cx="4754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11680" y="4343400"/>
            <a:ext cx="4937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040880" y="4343400"/>
            <a:ext cx="4754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3A337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74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548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2423160"/>
            <a:ext cx="36576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4688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64008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492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" y="6675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0" y="365760"/>
            <a:ext cx="59436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36576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0" y="461772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11680" y="4617720"/>
            <a:ext cx="2377440" cy="45720"/>
          </a:xfrm>
          <a:prstGeom prst="rect">
            <a:avLst/>
          </a:prstGeom>
          <a:solidFill>
            <a:srgbClr val="E5494D"/>
          </a:solidFill>
          <a:ln/>
        </p:spPr>
      </p:sp>
      <p:sp>
        <p:nvSpPr>
          <p:cNvPr id="31" name="Shape 29"/>
          <p:cNvSpPr/>
          <p:nvPr/>
        </p:nvSpPr>
        <p:spPr>
          <a:xfrm>
            <a:off x="4480560" y="461772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80560" y="4617720"/>
            <a:ext cx="23774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6949440" y="461772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49440" y="4617720"/>
            <a:ext cx="23774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9418320" y="461772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418320" y="4617720"/>
            <a:ext cx="2377440" cy="45720"/>
          </a:xfrm>
          <a:prstGeom prst="rect">
            <a:avLst/>
          </a:prstGeom>
          <a:solidFill>
            <a:srgbClr val="E5494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3A337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74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548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4688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3063240"/>
            <a:ext cx="36576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108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64008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492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" y="6675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0" y="365760"/>
            <a:ext cx="50292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0" y="365760"/>
            <a:ext cx="5029200" cy="45720"/>
          </a:xfrm>
          <a:prstGeom prst="rect">
            <a:avLst/>
          </a:prstGeom>
          <a:solidFill>
            <a:srgbClr val="1FA67D"/>
          </a:solidFill>
          <a:ln/>
        </p:spPr>
      </p:sp>
      <p:sp>
        <p:nvSpPr>
          <p:cNvPr id="29" name="Shape 27"/>
          <p:cNvSpPr/>
          <p:nvPr/>
        </p:nvSpPr>
        <p:spPr>
          <a:xfrm>
            <a:off x="7178040" y="365760"/>
            <a:ext cx="22860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78040" y="365760"/>
            <a:ext cx="2286000" cy="45720"/>
          </a:xfrm>
          <a:prstGeom prst="rect">
            <a:avLst/>
          </a:prstGeom>
          <a:solidFill>
            <a:srgbClr val="5B5BD6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0" y="365760"/>
            <a:ext cx="21945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601200" y="365760"/>
            <a:ext cx="219456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2011680" y="2240280"/>
            <a:ext cx="6400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503920" y="224028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194560" y="452628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PARCOURS PAR REVENU GENERE</a:t>
            </a:r>
            <a:endParaRPr lang="en-US" sz="1000" dirty="0"/>
          </a:p>
        </p:txBody>
      </p:sp>
      <p:sp>
        <p:nvSpPr>
          <p:cNvPr id="36" name="Shape 50">
            <a:extLst>
              <a:ext uri="{FF2B5EF4-FFF2-40B4-BE49-F238E27FC236}">
                <a16:creationId xmlns:a16="http://schemas.microsoft.com/office/drawing/2014/main" id="{3AEF2147-674B-4849-968B-083398FBC2CA}"/>
              </a:ext>
            </a:extLst>
          </p:cNvPr>
          <p:cNvSpPr/>
          <p:nvPr/>
        </p:nvSpPr>
        <p:spPr>
          <a:xfrm>
            <a:off x="2011680" y="4983480"/>
            <a:ext cx="1874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51">
            <a:extLst>
              <a:ext uri="{FF2B5EF4-FFF2-40B4-BE49-F238E27FC236}">
                <a16:creationId xmlns:a16="http://schemas.microsoft.com/office/drawing/2014/main" id="{056B8CAA-510F-4ACD-B2A0-E6354D343A90}"/>
              </a:ext>
            </a:extLst>
          </p:cNvPr>
          <p:cNvSpPr/>
          <p:nvPr/>
        </p:nvSpPr>
        <p:spPr>
          <a:xfrm>
            <a:off x="2011680" y="4983480"/>
            <a:ext cx="187452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8" name="Text 52">
            <a:extLst>
              <a:ext uri="{FF2B5EF4-FFF2-40B4-BE49-F238E27FC236}">
                <a16:creationId xmlns:a16="http://schemas.microsoft.com/office/drawing/2014/main" id="{7F141245-F4F2-4FCF-9B21-796E6E65A4E8}"/>
              </a:ext>
            </a:extLst>
          </p:cNvPr>
          <p:cNvSpPr/>
          <p:nvPr/>
        </p:nvSpPr>
        <p:spPr>
          <a:xfrm>
            <a:off x="2148840" y="5074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1800" dirty="0"/>
          </a:p>
        </p:txBody>
      </p:sp>
      <p:sp>
        <p:nvSpPr>
          <p:cNvPr id="42" name="Shape 56">
            <a:extLst>
              <a:ext uri="{FF2B5EF4-FFF2-40B4-BE49-F238E27FC236}">
                <a16:creationId xmlns:a16="http://schemas.microsoft.com/office/drawing/2014/main" id="{DBD31708-81C1-448E-9BE0-FFF46915A800}"/>
              </a:ext>
            </a:extLst>
          </p:cNvPr>
          <p:cNvSpPr/>
          <p:nvPr/>
        </p:nvSpPr>
        <p:spPr>
          <a:xfrm>
            <a:off x="3977640" y="512064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Shape 57">
            <a:extLst>
              <a:ext uri="{FF2B5EF4-FFF2-40B4-BE49-F238E27FC236}">
                <a16:creationId xmlns:a16="http://schemas.microsoft.com/office/drawing/2014/main" id="{39924541-704F-4BCE-A78F-F74C5E94D845}"/>
              </a:ext>
            </a:extLst>
          </p:cNvPr>
          <p:cNvSpPr/>
          <p:nvPr/>
        </p:nvSpPr>
        <p:spPr>
          <a:xfrm>
            <a:off x="3977640" y="5120640"/>
            <a:ext cx="1874520" cy="45720"/>
          </a:xfrm>
          <a:prstGeom prst="rect">
            <a:avLst/>
          </a:prstGeom>
          <a:solidFill>
            <a:srgbClr val="7C6FD9"/>
          </a:solidFill>
          <a:ln/>
        </p:spPr>
      </p:sp>
      <p:sp>
        <p:nvSpPr>
          <p:cNvPr id="44" name="Text 58">
            <a:extLst>
              <a:ext uri="{FF2B5EF4-FFF2-40B4-BE49-F238E27FC236}">
                <a16:creationId xmlns:a16="http://schemas.microsoft.com/office/drawing/2014/main" id="{957E917D-C936-4912-A25B-2E7EF29B2409}"/>
              </a:ext>
            </a:extLst>
          </p:cNvPr>
          <p:cNvSpPr/>
          <p:nvPr/>
        </p:nvSpPr>
        <p:spPr>
          <a:xfrm>
            <a:off x="411480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800" dirty="0"/>
          </a:p>
        </p:txBody>
      </p:sp>
      <p:sp>
        <p:nvSpPr>
          <p:cNvPr id="48" name="Shape 62">
            <a:extLst>
              <a:ext uri="{FF2B5EF4-FFF2-40B4-BE49-F238E27FC236}">
                <a16:creationId xmlns:a16="http://schemas.microsoft.com/office/drawing/2014/main" id="{0B806D65-3271-4770-96EA-C1DB0E566D16}"/>
              </a:ext>
            </a:extLst>
          </p:cNvPr>
          <p:cNvSpPr/>
          <p:nvPr/>
        </p:nvSpPr>
        <p:spPr>
          <a:xfrm>
            <a:off x="5943600" y="525780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9" name="Shape 63">
            <a:extLst>
              <a:ext uri="{FF2B5EF4-FFF2-40B4-BE49-F238E27FC236}">
                <a16:creationId xmlns:a16="http://schemas.microsoft.com/office/drawing/2014/main" id="{BC114222-48DE-4470-9DB0-0103BCE37328}"/>
              </a:ext>
            </a:extLst>
          </p:cNvPr>
          <p:cNvSpPr/>
          <p:nvPr/>
        </p:nvSpPr>
        <p:spPr>
          <a:xfrm>
            <a:off x="5943600" y="5257800"/>
            <a:ext cx="187452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0" name="Text 64">
            <a:extLst>
              <a:ext uri="{FF2B5EF4-FFF2-40B4-BE49-F238E27FC236}">
                <a16:creationId xmlns:a16="http://schemas.microsoft.com/office/drawing/2014/main" id="{166D1603-EB5D-4C4A-8589-A5E1D51B1A91}"/>
              </a:ext>
            </a:extLst>
          </p:cNvPr>
          <p:cNvSpPr/>
          <p:nvPr/>
        </p:nvSpPr>
        <p:spPr>
          <a:xfrm>
            <a:off x="6080760" y="5349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</a:t>
            </a:r>
            <a:endParaRPr lang="en-US" sz="1800" dirty="0"/>
          </a:p>
        </p:txBody>
      </p:sp>
      <p:sp>
        <p:nvSpPr>
          <p:cNvPr id="54" name="Shape 68">
            <a:extLst>
              <a:ext uri="{FF2B5EF4-FFF2-40B4-BE49-F238E27FC236}">
                <a16:creationId xmlns:a16="http://schemas.microsoft.com/office/drawing/2014/main" id="{1B9FA670-AFD1-4198-86D0-3308CCFCFB76}"/>
              </a:ext>
            </a:extLst>
          </p:cNvPr>
          <p:cNvSpPr/>
          <p:nvPr/>
        </p:nvSpPr>
        <p:spPr>
          <a:xfrm>
            <a:off x="7909560" y="5394960"/>
            <a:ext cx="18745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5" name="Shape 69">
            <a:extLst>
              <a:ext uri="{FF2B5EF4-FFF2-40B4-BE49-F238E27FC236}">
                <a16:creationId xmlns:a16="http://schemas.microsoft.com/office/drawing/2014/main" id="{69628575-93D7-4E73-B1A4-C6EE0B1F0EB1}"/>
              </a:ext>
            </a:extLst>
          </p:cNvPr>
          <p:cNvSpPr/>
          <p:nvPr/>
        </p:nvSpPr>
        <p:spPr>
          <a:xfrm>
            <a:off x="7909560" y="5394960"/>
            <a:ext cx="1874520" cy="45720"/>
          </a:xfrm>
          <a:prstGeom prst="rect">
            <a:avLst/>
          </a:prstGeom>
          <a:solidFill>
            <a:srgbClr val="5B5BD6"/>
          </a:solidFill>
          <a:ln/>
        </p:spPr>
      </p:sp>
      <p:sp>
        <p:nvSpPr>
          <p:cNvPr id="56" name="Text 70">
            <a:extLst>
              <a:ext uri="{FF2B5EF4-FFF2-40B4-BE49-F238E27FC236}">
                <a16:creationId xmlns:a16="http://schemas.microsoft.com/office/drawing/2014/main" id="{0B83FA66-6777-4EE7-BA14-0B15069F5788}"/>
              </a:ext>
            </a:extLst>
          </p:cNvPr>
          <p:cNvSpPr/>
          <p:nvPr/>
        </p:nvSpPr>
        <p:spPr>
          <a:xfrm>
            <a:off x="8046720" y="5486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0" name="Shape 74">
            <a:extLst>
              <a:ext uri="{FF2B5EF4-FFF2-40B4-BE49-F238E27FC236}">
                <a16:creationId xmlns:a16="http://schemas.microsoft.com/office/drawing/2014/main" id="{FA6FA277-0608-49C0-8A41-9A19DF1C7452}"/>
              </a:ext>
            </a:extLst>
          </p:cNvPr>
          <p:cNvSpPr/>
          <p:nvPr/>
        </p:nvSpPr>
        <p:spPr>
          <a:xfrm>
            <a:off x="9875520" y="5486400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1" name="Shape 75">
            <a:extLst>
              <a:ext uri="{FF2B5EF4-FFF2-40B4-BE49-F238E27FC236}">
                <a16:creationId xmlns:a16="http://schemas.microsoft.com/office/drawing/2014/main" id="{CA3253B5-C517-4B5A-9CCC-1F108B4CBAAB}"/>
              </a:ext>
            </a:extLst>
          </p:cNvPr>
          <p:cNvSpPr/>
          <p:nvPr/>
        </p:nvSpPr>
        <p:spPr>
          <a:xfrm>
            <a:off x="9875520" y="5486400"/>
            <a:ext cx="1874520" cy="45720"/>
          </a:xfrm>
          <a:prstGeom prst="rect">
            <a:avLst/>
          </a:prstGeom>
          <a:solidFill>
            <a:srgbClr val="1FA67D"/>
          </a:solidFill>
          <a:ln/>
        </p:spPr>
      </p:sp>
      <p:sp>
        <p:nvSpPr>
          <p:cNvPr id="62" name="Text 76">
            <a:extLst>
              <a:ext uri="{FF2B5EF4-FFF2-40B4-BE49-F238E27FC236}">
                <a16:creationId xmlns:a16="http://schemas.microsoft.com/office/drawing/2014/main" id="{06E52629-0142-4FD4-BCD1-6B99F22A2970}"/>
              </a:ext>
            </a:extLst>
          </p:cNvPr>
          <p:cNvSpPr/>
          <p:nvPr/>
        </p:nvSpPr>
        <p:spPr>
          <a:xfrm>
            <a:off x="10012680" y="5577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3A337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74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548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4688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3703320"/>
            <a:ext cx="36576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64008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492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" y="6675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365760"/>
            <a:ext cx="9784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0" y="365760"/>
            <a:ext cx="9784080" cy="73152"/>
          </a:xfrm>
          <a:prstGeom prst="rect">
            <a:avLst/>
          </a:prstGeom>
          <a:solidFill>
            <a:srgbClr val="E5494D"/>
          </a:solidFill>
          <a:ln/>
        </p:spPr>
      </p:sp>
      <p:sp>
        <p:nvSpPr>
          <p:cNvPr id="32" name="Shape 30"/>
          <p:cNvSpPr/>
          <p:nvPr/>
        </p:nvSpPr>
        <p:spPr>
          <a:xfrm>
            <a:off x="2240280" y="640080"/>
            <a:ext cx="640080" cy="640080"/>
          </a:xfrm>
          <a:prstGeom prst="ellipse">
            <a:avLst/>
          </a:prstGeom>
          <a:solidFill>
            <a:srgbClr val="E5494D"/>
          </a:solidFill>
          <a:ln/>
        </p:spPr>
      </p:sp>
      <p:sp>
        <p:nvSpPr>
          <p:cNvPr id="33" name="Text 31"/>
          <p:cNvSpPr/>
          <p:nvPr/>
        </p:nvSpPr>
        <p:spPr>
          <a:xfrm>
            <a:off x="22402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200" dirty="0"/>
          </a:p>
        </p:txBody>
      </p:sp>
      <p:sp>
        <p:nvSpPr>
          <p:cNvPr id="37" name="Shape 35"/>
          <p:cNvSpPr/>
          <p:nvPr/>
        </p:nvSpPr>
        <p:spPr>
          <a:xfrm>
            <a:off x="10241280" y="5943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E5494D"/>
          </a:solidFill>
          <a:ln/>
        </p:spPr>
      </p:sp>
      <p:sp>
        <p:nvSpPr>
          <p:cNvPr id="40" name="Shape 38"/>
          <p:cNvSpPr/>
          <p:nvPr/>
        </p:nvSpPr>
        <p:spPr>
          <a:xfrm>
            <a:off x="2011680" y="178308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011680" y="1783080"/>
            <a:ext cx="3200400" cy="45720"/>
          </a:xfrm>
          <a:prstGeom prst="rect">
            <a:avLst/>
          </a:prstGeom>
          <a:solidFill>
            <a:srgbClr val="E5494D"/>
          </a:solidFill>
          <a:ln/>
        </p:spPr>
      </p:sp>
      <p:sp>
        <p:nvSpPr>
          <p:cNvPr id="42" name="Shape 40"/>
          <p:cNvSpPr/>
          <p:nvPr/>
        </p:nvSpPr>
        <p:spPr>
          <a:xfrm>
            <a:off x="2194560" y="1920240"/>
            <a:ext cx="548640" cy="548640"/>
          </a:xfrm>
          <a:prstGeom prst="ellipse">
            <a:avLst/>
          </a:prstGeom>
          <a:solidFill>
            <a:srgbClr val="E5494D"/>
          </a:solidFill>
          <a:ln/>
        </p:spPr>
      </p:sp>
      <p:sp>
        <p:nvSpPr>
          <p:cNvPr id="43" name="Text 41"/>
          <p:cNvSpPr/>
          <p:nvPr/>
        </p:nvSpPr>
        <p:spPr>
          <a:xfrm>
            <a:off x="21945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5303520" y="178308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303520" y="1783080"/>
            <a:ext cx="320040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5486400" y="19202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2200" dirty="0"/>
          </a:p>
        </p:txBody>
      </p:sp>
      <p:sp>
        <p:nvSpPr>
          <p:cNvPr id="66" name="Shape 64"/>
          <p:cNvSpPr/>
          <p:nvPr/>
        </p:nvSpPr>
        <p:spPr>
          <a:xfrm>
            <a:off x="8595360" y="178308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595360" y="1783080"/>
            <a:ext cx="3200400" cy="45720"/>
          </a:xfrm>
          <a:prstGeom prst="rect">
            <a:avLst/>
          </a:prstGeom>
          <a:solidFill>
            <a:srgbClr val="5B5BD6"/>
          </a:solidFill>
          <a:ln/>
        </p:spPr>
      </p:sp>
      <p:sp>
        <p:nvSpPr>
          <p:cNvPr id="68" name="Shape 66"/>
          <p:cNvSpPr/>
          <p:nvPr/>
        </p:nvSpPr>
        <p:spPr>
          <a:xfrm>
            <a:off x="8778240" y="1920240"/>
            <a:ext cx="548640" cy="548640"/>
          </a:xfrm>
          <a:prstGeom prst="ellipse">
            <a:avLst/>
          </a:prstGeom>
          <a:solidFill>
            <a:srgbClr val="5B5BD6"/>
          </a:solidFill>
          <a:ln/>
        </p:spPr>
      </p:sp>
      <p:sp>
        <p:nvSpPr>
          <p:cNvPr id="69" name="Text 67"/>
          <p:cNvSpPr/>
          <p:nvPr/>
        </p:nvSpPr>
        <p:spPr>
          <a:xfrm>
            <a:off x="8778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79" name="Shape 77"/>
          <p:cNvSpPr/>
          <p:nvPr/>
        </p:nvSpPr>
        <p:spPr>
          <a:xfrm>
            <a:off x="2011680" y="4023360"/>
            <a:ext cx="9784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77800" dist="25400" dir="5400000" algn="bl" rotWithShape="0">
              <a:srgbClr val="000000">
                <a:alpha val="6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3668008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109</Words>
  <Application>Microsoft Office PowerPoint</Application>
  <PresentationFormat>Grand écran</PresentationFormat>
  <Paragraphs>92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EduTrack Analytics — Mockup Expert</dc:title>
  <dc:subject>PptxGenJS Presentation</dc:subject>
  <dc:creator>DataProjectLab Academy</dc:creator>
  <cp:lastModifiedBy>soum youss</cp:lastModifiedBy>
  <cp:revision>4</cp:revision>
  <dcterms:created xsi:type="dcterms:W3CDTF">2026-05-03T01:35:46Z</dcterms:created>
  <dcterms:modified xsi:type="dcterms:W3CDTF">2026-05-07T00:21:25Z</dcterms:modified>
</cp:coreProperties>
</file>