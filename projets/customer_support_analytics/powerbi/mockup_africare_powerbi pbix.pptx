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6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B21B6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691640"/>
            <a:ext cx="187452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233172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31720" y="1691640"/>
            <a:ext cx="18745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768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169164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1691640"/>
            <a:ext cx="18745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0" y="1691640"/>
            <a:ext cx="1874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9556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195560" y="1691640"/>
            <a:ext cx="187452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9" name="Shape 47"/>
          <p:cNvSpPr/>
          <p:nvPr/>
        </p:nvSpPr>
        <p:spPr>
          <a:xfrm>
            <a:off x="365760" y="3063240"/>
            <a:ext cx="7178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7680960" y="306324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365760" y="5349240"/>
            <a:ext cx="7178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7680960" y="53492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69164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0" y="169164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20624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16916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6916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1691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1691640"/>
            <a:ext cx="37490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0" name="Shape 48"/>
          <p:cNvSpPr/>
          <p:nvPr/>
        </p:nvSpPr>
        <p:spPr>
          <a:xfrm>
            <a:off x="365760" y="3063240"/>
            <a:ext cx="7178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7680960" y="30632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396240" y="4724400"/>
            <a:ext cx="7178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0" name="Shape 196"/>
          <p:cNvSpPr/>
          <p:nvPr/>
        </p:nvSpPr>
        <p:spPr>
          <a:xfrm>
            <a:off x="7680960" y="470916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700784"/>
            <a:ext cx="68580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0" y="1691640"/>
            <a:ext cx="4480560" cy="49834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/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691640"/>
            <a:ext cx="2240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748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EDD5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97480" y="1691640"/>
            <a:ext cx="2240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1691640"/>
            <a:ext cx="224028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736092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60920" y="1691640"/>
            <a:ext cx="2240280" cy="457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9" name="Shape 37"/>
          <p:cNvSpPr/>
          <p:nvPr/>
        </p:nvSpPr>
        <p:spPr>
          <a:xfrm>
            <a:off x="969264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92640" y="1691640"/>
            <a:ext cx="2240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42"/>
          <p:cNvSpPr/>
          <p:nvPr/>
        </p:nvSpPr>
        <p:spPr>
          <a:xfrm>
            <a:off x="365760" y="3063240"/>
            <a:ext cx="6858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315200" y="306324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365760" y="4937760"/>
            <a:ext cx="6858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7315200" y="49377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12700" dir="5400000" algn="bl" rotWithShape="0">
              <a:srgbClr val="000000">
                <a:alpha val="8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</Words>
  <Application>Microsoft Office PowerPoint</Application>
  <PresentationFormat>Grand écran</PresentationFormat>
  <Paragraphs>28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AfriCare Support - Mockup Power BI</dc:title>
  <dc:subject>PptxGenJS Presentation</dc:subject>
  <dc:creator>DataProjectLab</dc:creator>
  <cp:lastModifiedBy>soum youss</cp:lastModifiedBy>
  <cp:revision>3</cp:revision>
  <dcterms:created xsi:type="dcterms:W3CDTF">2026-05-02T13:40:14Z</dcterms:created>
  <dcterms:modified xsi:type="dcterms:W3CDTF">2026-05-02T14:47:22Z</dcterms:modified>
</cp:coreProperties>
</file>