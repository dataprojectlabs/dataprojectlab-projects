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034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0" cy="1554480"/>
          </a:xfrm>
          <a:prstGeom prst="rect">
            <a:avLst/>
          </a:prstGeom>
          <a:solidFill>
            <a:srgbClr val="083328"/>
          </a:solidFill>
          <a:ln w="12700">
            <a:solidFill>
              <a:srgbClr val="0833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-731520"/>
            <a:ext cx="2194560" cy="2194560"/>
          </a:xfrm>
          <a:prstGeom prst="ellipse">
            <a:avLst/>
          </a:prstGeom>
          <a:solidFill>
            <a:srgbClr val="083828"/>
          </a:solidFill>
          <a:ln w="12700">
            <a:solidFill>
              <a:srgbClr val="083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" y="3931920"/>
            <a:ext cx="2011680" cy="2011680"/>
          </a:xfrm>
          <a:prstGeom prst="ellipse">
            <a:avLst/>
          </a:prstGeom>
          <a:solidFill>
            <a:srgbClr val="083828"/>
          </a:solidFill>
          <a:ln w="12700">
            <a:solidFill>
              <a:srgbClr val="08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960120"/>
            <a:ext cx="32918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106424"/>
            <a:ext cx="62179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502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HGU Cocody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7498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D2C3"/>
                </a:solidFill>
              </a:rPr>
              <a:t>Pharmacie Centrale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6916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" y="1810512"/>
            <a:ext cx="153619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" y="1810512"/>
            <a:ext cx="45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" y="18105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Vue executive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" y="22677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D9C8"/>
                </a:solidFill>
              </a:rPr>
              <a:t>Consommation services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" y="27249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D9C8"/>
                </a:solidFill>
              </a:rPr>
              <a:t>Fournisseurs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" y="31821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D9C8"/>
                </a:solidFill>
              </a:rPr>
              <a:t>Previsions &amp; alertes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44348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526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C4B5"/>
                </a:solidFill>
              </a:rPr>
              <a:t>DataProjectLab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0" y="4709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B4A5"/>
                </a:solidFill>
              </a:rPr>
              <a:t>Academy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783080" y="91440"/>
            <a:ext cx="7223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783080" y="91440"/>
            <a:ext cx="64008" cy="6400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10512" y="850392"/>
            <a:ext cx="1728216" cy="749808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83080" y="822960"/>
            <a:ext cx="172821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822960"/>
            <a:ext cx="1728216" cy="45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02736" y="850392"/>
            <a:ext cx="1728216" cy="749808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75304" y="822960"/>
            <a:ext cx="172821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75304" y="822960"/>
            <a:ext cx="1728216" cy="457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94960" y="850392"/>
            <a:ext cx="1728216" cy="749808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67528" y="822960"/>
            <a:ext cx="172821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67528" y="822960"/>
            <a:ext cx="1728216" cy="457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87184" y="850392"/>
            <a:ext cx="1728216" cy="749808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59752" y="822960"/>
            <a:ext cx="172821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59752" y="822960"/>
            <a:ext cx="1728216" cy="457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10512" y="1691640"/>
            <a:ext cx="4800600" cy="1719072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83080" y="1664208"/>
            <a:ext cx="480060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84264" y="1691640"/>
            <a:ext cx="2350008" cy="804672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56832" y="1664208"/>
            <a:ext cx="2350008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84264" y="2569464"/>
            <a:ext cx="2350008" cy="841248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56832" y="2542032"/>
            <a:ext cx="235000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10512" y="3483864"/>
            <a:ext cx="3090672" cy="1591056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83080" y="3456432"/>
            <a:ext cx="3090672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74336" y="3483864"/>
            <a:ext cx="1664208" cy="1591056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46904" y="3456432"/>
            <a:ext cx="1664208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84264" y="3483864"/>
            <a:ext cx="2350008" cy="1591056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56832" y="3456432"/>
            <a:ext cx="2350008" cy="1591056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0" cy="1554480"/>
          </a:xfrm>
          <a:prstGeom prst="rect">
            <a:avLst/>
          </a:prstGeom>
          <a:solidFill>
            <a:srgbClr val="083328"/>
          </a:solidFill>
          <a:ln w="12700">
            <a:solidFill>
              <a:srgbClr val="0833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-731520"/>
            <a:ext cx="2194560" cy="2194560"/>
          </a:xfrm>
          <a:prstGeom prst="ellipse">
            <a:avLst/>
          </a:prstGeom>
          <a:solidFill>
            <a:srgbClr val="083828"/>
          </a:solidFill>
          <a:ln w="12700">
            <a:solidFill>
              <a:srgbClr val="083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" y="3931920"/>
            <a:ext cx="2011680" cy="2011680"/>
          </a:xfrm>
          <a:prstGeom prst="ellipse">
            <a:avLst/>
          </a:prstGeom>
          <a:solidFill>
            <a:srgbClr val="083828"/>
          </a:solidFill>
          <a:ln w="12700">
            <a:solidFill>
              <a:srgbClr val="08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960120"/>
            <a:ext cx="32918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106424"/>
            <a:ext cx="62179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502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HGU Cocody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7498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D2C3"/>
                </a:solidFill>
              </a:rPr>
              <a:t>Pharmacie Centrale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6916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" y="18105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D9C8"/>
                </a:solidFill>
              </a:rPr>
              <a:t>Vue executive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" y="2267712"/>
            <a:ext cx="153619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" y="2267712"/>
            <a:ext cx="45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2677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Consommation services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" y="27249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D9C8"/>
                </a:solidFill>
              </a:rPr>
              <a:t>Fournisseurs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" y="31821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D9C8"/>
                </a:solidFill>
              </a:rPr>
              <a:t>Previsions &amp; alertes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44348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526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C4B5"/>
                </a:solidFill>
              </a:rPr>
              <a:t>DataProjectLab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0" y="4709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B4A5"/>
                </a:solidFill>
              </a:rPr>
              <a:t>Academy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783080" y="91440"/>
            <a:ext cx="7223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783080" y="91440"/>
            <a:ext cx="64008" cy="6400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10512" y="850392"/>
            <a:ext cx="3639312" cy="2148840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83080" y="822960"/>
            <a:ext cx="3639312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22976" y="850392"/>
            <a:ext cx="3511296" cy="2148840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95544" y="822960"/>
            <a:ext cx="3511296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10512" y="3072384"/>
            <a:ext cx="3639312" cy="2002536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83080" y="3044952"/>
            <a:ext cx="3639312" cy="2002536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22976" y="3072384"/>
            <a:ext cx="3511296" cy="2002536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95544" y="3044952"/>
            <a:ext cx="3511296" cy="2002536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0" cy="1554480"/>
          </a:xfrm>
          <a:prstGeom prst="rect">
            <a:avLst/>
          </a:prstGeom>
          <a:solidFill>
            <a:srgbClr val="083328"/>
          </a:solidFill>
          <a:ln w="12700">
            <a:solidFill>
              <a:srgbClr val="0833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-731520"/>
            <a:ext cx="2194560" cy="2194560"/>
          </a:xfrm>
          <a:prstGeom prst="ellipse">
            <a:avLst/>
          </a:prstGeom>
          <a:solidFill>
            <a:srgbClr val="083828"/>
          </a:solidFill>
          <a:ln w="12700">
            <a:solidFill>
              <a:srgbClr val="083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" y="3931920"/>
            <a:ext cx="2011680" cy="2011680"/>
          </a:xfrm>
          <a:prstGeom prst="ellipse">
            <a:avLst/>
          </a:prstGeom>
          <a:solidFill>
            <a:srgbClr val="083828"/>
          </a:solidFill>
          <a:ln w="12700">
            <a:solidFill>
              <a:srgbClr val="08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960120"/>
            <a:ext cx="32918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106424"/>
            <a:ext cx="62179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502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HGU Cocody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7498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D2C3"/>
                </a:solidFill>
              </a:rPr>
              <a:t>Pharmacie Centrale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6916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" y="18105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D9C8"/>
                </a:solidFill>
              </a:rPr>
              <a:t>Vue executive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" y="22677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D9C8"/>
                </a:solidFill>
              </a:rPr>
              <a:t>Consommation services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" y="2724912"/>
            <a:ext cx="153619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" y="2724912"/>
            <a:ext cx="45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" y="27249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Fournisseurs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" y="31821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D9C8"/>
                </a:solidFill>
              </a:rPr>
              <a:t>Previsions &amp; alertes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44348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526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C4B5"/>
                </a:solidFill>
              </a:rPr>
              <a:t>DataProjectLab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0" y="4709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B4A5"/>
                </a:solidFill>
              </a:rPr>
              <a:t>Academy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783080" y="91440"/>
            <a:ext cx="7223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783080" y="91440"/>
            <a:ext cx="64008" cy="6400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10512" y="850392"/>
            <a:ext cx="2286000" cy="1828800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83080" y="822960"/>
            <a:ext cx="22860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822960"/>
            <a:ext cx="2286000" cy="457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69664" y="850392"/>
            <a:ext cx="2542032" cy="1828800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42232" y="822960"/>
            <a:ext cx="254203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75704" y="850392"/>
            <a:ext cx="2258568" cy="1828800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48272" y="822960"/>
            <a:ext cx="225856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10512" y="2770632"/>
            <a:ext cx="4782312" cy="2304288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83080" y="2743200"/>
            <a:ext cx="4782312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65976" y="2770632"/>
            <a:ext cx="2368296" cy="2304288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38544" y="2743200"/>
            <a:ext cx="2368296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5143500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0" cy="1554480"/>
          </a:xfrm>
          <a:prstGeom prst="rect">
            <a:avLst/>
          </a:prstGeom>
          <a:solidFill>
            <a:srgbClr val="083328"/>
          </a:solidFill>
          <a:ln w="12700">
            <a:solidFill>
              <a:srgbClr val="0833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-731520"/>
            <a:ext cx="2194560" cy="2194560"/>
          </a:xfrm>
          <a:prstGeom prst="ellipse">
            <a:avLst/>
          </a:prstGeom>
          <a:solidFill>
            <a:srgbClr val="083828"/>
          </a:solidFill>
          <a:ln w="12700">
            <a:solidFill>
              <a:srgbClr val="0838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" y="3931920"/>
            <a:ext cx="2011680" cy="2011680"/>
          </a:xfrm>
          <a:prstGeom prst="ellipse">
            <a:avLst/>
          </a:prstGeom>
          <a:solidFill>
            <a:srgbClr val="083828"/>
          </a:solidFill>
          <a:ln w="12700">
            <a:solidFill>
              <a:srgbClr val="08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960120"/>
            <a:ext cx="32918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106424"/>
            <a:ext cx="62179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502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HGU Cocody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7498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D2C3"/>
                </a:solidFill>
              </a:rPr>
              <a:t>Pharmacie Centrale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6916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" y="18105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D9C8"/>
                </a:solidFill>
              </a:rPr>
              <a:t>Vue executive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" y="22677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D9C8"/>
                </a:solidFill>
              </a:rPr>
              <a:t>Consommation services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" y="27249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D9C8"/>
                </a:solidFill>
              </a:rPr>
              <a:t>Fournisseurs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" y="3182112"/>
            <a:ext cx="1536192" cy="347472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" y="3182112"/>
            <a:ext cx="45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" y="3182112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Previsions &amp; alertes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4434840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526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C4B5"/>
                </a:solidFill>
              </a:rPr>
              <a:t>DataProjectLab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0" y="4709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B4A5"/>
                </a:solidFill>
              </a:rPr>
              <a:t>Academy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783080" y="91440"/>
            <a:ext cx="7223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783080" y="91440"/>
            <a:ext cx="64008" cy="6400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10512" y="850392"/>
            <a:ext cx="1783080" cy="914400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83080" y="822960"/>
            <a:ext cx="1783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822960"/>
            <a:ext cx="1783080" cy="457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10512" y="1837944"/>
            <a:ext cx="1783080" cy="914400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83080" y="1810512"/>
            <a:ext cx="1783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83080" y="1810512"/>
            <a:ext cx="1783080" cy="457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10512" y="2825496"/>
            <a:ext cx="1783080" cy="914400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83080" y="2798064"/>
            <a:ext cx="1783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83080" y="2798064"/>
            <a:ext cx="1783080" cy="45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66744" y="850392"/>
            <a:ext cx="5367528" cy="2889504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39312" y="822960"/>
            <a:ext cx="5367528" cy="2889504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10512" y="3813048"/>
            <a:ext cx="5394960" cy="1280160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83080" y="3785616"/>
            <a:ext cx="5394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78624" y="3813048"/>
            <a:ext cx="1755648" cy="1280160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51192" y="3785616"/>
            <a:ext cx="175564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5C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</Words>
  <Application>Microsoft Office PowerPoint</Application>
  <PresentationFormat>Affichage à l'écran (16:9)</PresentationFormat>
  <Paragraphs>36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HGU Cocody - Backgrounds Power BI</dc:title>
  <dc:subject>PptxGenJS Presentation</dc:subject>
  <dc:creator>PptxGenJS</dc:creator>
  <cp:lastModifiedBy>soum youss</cp:lastModifiedBy>
  <cp:revision>2</cp:revision>
  <dcterms:created xsi:type="dcterms:W3CDTF">2026-04-12T00:45:26Z</dcterms:created>
  <dcterms:modified xsi:type="dcterms:W3CDTF">2026-05-08T17:06:40Z</dcterms:modified>
</cp:coreProperties>
</file>