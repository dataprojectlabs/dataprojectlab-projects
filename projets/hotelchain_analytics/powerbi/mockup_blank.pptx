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>
        <p:scale>
          <a:sx n="112" d="100"/>
          <a:sy n="112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69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0E6D3">
              <a:alpha val="6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4572000"/>
            <a:ext cx="9144000" cy="0"/>
          </a:xfrm>
          <a:prstGeom prst="line">
            <a:avLst/>
          </a:prstGeom>
          <a:noFill/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07792"/>
            <a:ext cx="530352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95344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C9A84C">
              <a:alpha val="15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Vue executive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105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Occupation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393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Revenus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681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Clients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969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Extras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" y="8595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" y="8595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55648" y="877824"/>
            <a:ext cx="1792224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3936" y="877824"/>
            <a:ext cx="175564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21024" y="877824"/>
            <a:ext cx="1792224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9312" y="877824"/>
            <a:ext cx="1755648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77256" y="877824"/>
            <a:ext cx="1792224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95544" y="877824"/>
            <a:ext cx="1755648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0336" y="877824"/>
            <a:ext cx="1773936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78624" y="877824"/>
            <a:ext cx="1737360" cy="36576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48960" y="1888168"/>
            <a:ext cx="4773168" cy="1737360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565392" y="1892808"/>
            <a:ext cx="2468880" cy="1737360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737360" y="3751771"/>
            <a:ext cx="7315200" cy="129844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" y="15453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" y="15453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55648" y="841248"/>
            <a:ext cx="2377440" cy="7680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5648" y="841248"/>
            <a:ext cx="45720" cy="76809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42816" y="841248"/>
            <a:ext cx="2377440" cy="7680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42816" y="841248"/>
            <a:ext cx="45720" cy="768096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841248"/>
            <a:ext cx="2377440" cy="7680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9984" y="841248"/>
            <a:ext cx="45720" cy="7680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55648" y="1693005"/>
            <a:ext cx="7315200" cy="22677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755648" y="4078224"/>
            <a:ext cx="7315200" cy="98755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883664" y="4407408"/>
            <a:ext cx="1353312" cy="548640"/>
          </a:xfrm>
          <a:prstGeom prst="rect">
            <a:avLst/>
          </a:prstGeom>
          <a:solidFill>
            <a:srgbClr val="4CAF7D">
              <a:alpha val="7000"/>
            </a:srgbClr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883664" y="4407408"/>
            <a:ext cx="135331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319272" y="4407408"/>
            <a:ext cx="1353312" cy="548640"/>
          </a:xfrm>
          <a:prstGeom prst="rect">
            <a:avLst/>
          </a:prstGeom>
          <a:solidFill>
            <a:srgbClr val="C9A84C">
              <a:alpha val="7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319272" y="4407408"/>
            <a:ext cx="135331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754880" y="4407408"/>
            <a:ext cx="1353312" cy="548640"/>
          </a:xfrm>
          <a:prstGeom prst="rect">
            <a:avLst/>
          </a:prstGeom>
          <a:solidFill>
            <a:srgbClr val="F0E6D3">
              <a:alpha val="7000"/>
            </a:srgbClr>
          </a:solidFill>
          <a:ln w="6350">
            <a:solidFill>
              <a:srgbClr val="F0E6D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754880" y="4407408"/>
            <a:ext cx="1353312" cy="36576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190488" y="4407408"/>
            <a:ext cx="1353312" cy="548640"/>
          </a:xfrm>
          <a:prstGeom prst="rect">
            <a:avLst/>
          </a:prstGeom>
          <a:solidFill>
            <a:srgbClr val="C98A4C">
              <a:alpha val="7000"/>
            </a:srgbClr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190488" y="4407408"/>
            <a:ext cx="1353312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626096" y="4407408"/>
            <a:ext cx="1353312" cy="548640"/>
          </a:xfrm>
          <a:prstGeom prst="rect">
            <a:avLst/>
          </a:prstGeom>
          <a:solidFill>
            <a:srgbClr val="C94C4C">
              <a:alpha val="7000"/>
            </a:srgbClr>
          </a:solidFill>
          <a:ln w="6350">
            <a:solidFill>
              <a:srgbClr val="C94C4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626096" y="4407408"/>
            <a:ext cx="1353312" cy="36576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" y="22311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" y="22311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41580" y="860179"/>
            <a:ext cx="356616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83664" y="46634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pointillé = prix catalogue  |  Écart ~25%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386928" y="860179"/>
            <a:ext cx="365760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55648" y="3364992"/>
            <a:ext cx="7278624" cy="16824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" y="29169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" y="29169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55648" y="867383"/>
            <a:ext cx="356616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84042" y="867383"/>
            <a:ext cx="365760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53464" y="3366595"/>
            <a:ext cx="3566160" cy="16824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376399" y="3366595"/>
            <a:ext cx="3657600" cy="16824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486400" y="3712464"/>
            <a:ext cx="1664208" cy="120700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86400" y="3712464"/>
            <a:ext cx="166420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78624" y="3712464"/>
            <a:ext cx="1664208" cy="1207008"/>
          </a:xfrm>
          <a:prstGeom prst="rect">
            <a:avLst/>
          </a:prstGeom>
          <a:solidFill>
            <a:srgbClr val="232323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278624" y="3712464"/>
            <a:ext cx="1664208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" y="36027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" y="36027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55648" y="841248"/>
            <a:ext cx="356616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76672" y="841248"/>
            <a:ext cx="118872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76672" y="841248"/>
            <a:ext cx="11887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0256" y="841248"/>
            <a:ext cx="118872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20256" y="841248"/>
            <a:ext cx="118872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0" y="841248"/>
            <a:ext cx="118872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841248"/>
            <a:ext cx="1188720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32510" y="1847224"/>
            <a:ext cx="4736592" cy="321868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28816" y="1847088"/>
            <a:ext cx="2505456" cy="321868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38544" y="19019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priorités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528816" y="2286000"/>
            <a:ext cx="2505456" cy="822960"/>
          </a:xfrm>
          <a:prstGeom prst="rect">
            <a:avLst/>
          </a:prstGeom>
          <a:solidFill>
            <a:srgbClr val="232323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28816" y="2286000"/>
            <a:ext cx="2505456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01968" y="23591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6528816" y="3200400"/>
            <a:ext cx="2505456" cy="822960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28816" y="3200400"/>
            <a:ext cx="2505456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01968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6528816" y="4114800"/>
            <a:ext cx="2505456" cy="822960"/>
          </a:xfrm>
          <a:prstGeom prst="rect">
            <a:avLst/>
          </a:prstGeom>
          <a:solidFill>
            <a:srgbClr val="232323"/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28816" y="4114800"/>
            <a:ext cx="2505456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01968" y="41879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117</Words>
  <Application>Microsoft Office PowerPoint</Application>
  <PresentationFormat>Affichage à l'écran (16:9)</PresentationFormat>
  <Paragraphs>96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HotelChain West — Dashboard V2 Dark Luxury</dc:title>
  <dc:subject>PptxGenJS Presentation</dc:subject>
  <dc:creator>PptxGenJS</dc:creator>
  <cp:lastModifiedBy>soum youss</cp:lastModifiedBy>
  <cp:revision>5</cp:revision>
  <dcterms:created xsi:type="dcterms:W3CDTF">2026-04-13T23:11:19Z</dcterms:created>
  <dcterms:modified xsi:type="dcterms:W3CDTF">2026-05-08T23:38:35Z</dcterms:modified>
</cp:coreProperties>
</file>