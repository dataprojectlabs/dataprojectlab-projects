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95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2C2A"/>
                </a:solidFill>
                <a:latin typeface="Segoe UI"/>
              </a:rPr>
              <a:t>IvoirCom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910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37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94E1B"/>
                </a:solidFill>
                <a:latin typeface="Segoe UI"/>
              </a:rPr>
              <a:t>Vue Executive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7575" y="495300"/>
            <a:ext cx="857250" cy="1905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386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35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Cohortes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84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Reclamations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33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Plan d'action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5150" y="285750"/>
            <a:ext cx="1238250" cy="2667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8600" y="659130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8780"/>
                </a:solidFill>
                <a:latin typeface="Segoe UI"/>
              </a:rPr>
              <a:t>DataProjectLab  -  IvoirCom  -  2024-2025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Segoe UI"/>
              </a:rPr>
              <a:t>Page 1 /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1219200"/>
            <a:ext cx="11734800" cy="3429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6350"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228600" y="1676400"/>
            <a:ext cx="2847975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190875" y="1676400"/>
            <a:ext cx="2847975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153150" y="1676400"/>
            <a:ext cx="2847975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115425" y="1676400"/>
            <a:ext cx="2847975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28600" y="2743200"/>
            <a:ext cx="386715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210050" y="2743200"/>
            <a:ext cx="775335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28600" y="4762500"/>
            <a:ext cx="11734800" cy="175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95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2C2A"/>
                </a:solidFill>
                <a:latin typeface="Segoe UI"/>
              </a:rPr>
              <a:t>IvoirCom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910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37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Vue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86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94E1B"/>
                </a:solidFill>
                <a:latin typeface="Segoe UI"/>
              </a:rPr>
              <a:t>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2475" y="495300"/>
            <a:ext cx="857250" cy="1905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5435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Cohortes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84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Reclamations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33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Plan d'action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5150" y="285750"/>
            <a:ext cx="1238250" cy="2667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8600" y="659130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8780"/>
                </a:solidFill>
                <a:latin typeface="Segoe UI"/>
              </a:rPr>
              <a:t>DataProjectLab  -  IvoirCom  -  2024-2025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Segoe UI"/>
              </a:rPr>
              <a:t>Page 2 /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17195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1153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28600" y="2190750"/>
            <a:ext cx="11734800" cy="2190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28600" y="4495800"/>
            <a:ext cx="5810250" cy="2019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153150" y="4495800"/>
            <a:ext cx="5810250" cy="2019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95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2C2A"/>
                </a:solidFill>
                <a:latin typeface="Segoe UI"/>
              </a:rPr>
              <a:t>IvoirCom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910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37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Vue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86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35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94E1B"/>
                </a:solidFill>
                <a:latin typeface="Segoe UI"/>
              </a:rPr>
              <a:t>Cohortes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7375" y="495300"/>
            <a:ext cx="857250" cy="1905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484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Reclamations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33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Plan d'action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5150" y="285750"/>
            <a:ext cx="1238250" cy="2667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8600" y="659130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8780"/>
                </a:solidFill>
                <a:latin typeface="Segoe UI"/>
              </a:rPr>
              <a:t>DataProjectLab  -  IvoirCom  -  2024-2025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Segoe UI"/>
              </a:rPr>
              <a:t>Page 3 /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17195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1153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28600" y="2190750"/>
            <a:ext cx="1173480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28600" y="4972050"/>
            <a:ext cx="11734800" cy="15430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95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2C2A"/>
                </a:solidFill>
                <a:latin typeface="Segoe UI"/>
              </a:rPr>
              <a:t>IvoirCom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910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37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Vue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86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35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Cohortes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4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94E1B"/>
                </a:solidFill>
                <a:latin typeface="Segoe UI"/>
              </a:rPr>
              <a:t>Reclamations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72275" y="495300"/>
            <a:ext cx="857250" cy="1905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533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Plan d'action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5150" y="285750"/>
            <a:ext cx="1238250" cy="2667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8600" y="659130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8780"/>
                </a:solidFill>
                <a:latin typeface="Segoe UI"/>
              </a:rPr>
              <a:t>DataProjectLab  -  IvoirCom  -  2024-2025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Segoe UI"/>
              </a:rPr>
              <a:t>Page 4 /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17195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1153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28600" y="2190750"/>
            <a:ext cx="6391275" cy="1619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734175" y="2190750"/>
            <a:ext cx="5229225" cy="1619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28600" y="3924300"/>
            <a:ext cx="11734800" cy="762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9050"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28600" y="4781550"/>
            <a:ext cx="11734800" cy="1733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95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2C2A"/>
                </a:solidFill>
                <a:latin typeface="Segoe UI"/>
              </a:rPr>
              <a:t>IvoirCom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910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37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Vue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86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35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Cohortes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4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88780"/>
                </a:solidFill>
                <a:latin typeface="Segoe UI"/>
              </a:rPr>
              <a:t>Reclamations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3350" y="323850"/>
            <a:ext cx="1104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94E1B"/>
                </a:solidFill>
                <a:latin typeface="Segoe UI"/>
              </a:rPr>
              <a:t>Plan d'action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77175" y="495300"/>
            <a:ext cx="857250" cy="1905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0725150" y="285750"/>
            <a:ext cx="1238250" cy="2667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E5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8600" y="659130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88780"/>
                </a:solidFill>
                <a:latin typeface="Segoe UI"/>
              </a:rPr>
              <a:t>DataProjectLab  -  IvoirCom  -  2024-2025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Segoe UI"/>
              </a:rPr>
              <a:t>Page 5 /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28600" y="1219200"/>
            <a:ext cx="28575" cy="85725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17195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171950" y="1219200"/>
            <a:ext cx="28575" cy="857250"/>
          </a:xfrm>
          <a:prstGeom prst="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153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115300" y="1219200"/>
            <a:ext cx="28575" cy="857250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28600" y="2190750"/>
            <a:ext cx="5334000" cy="171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676900" y="2190750"/>
            <a:ext cx="6286500" cy="171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28600" y="4000500"/>
            <a:ext cx="11734800" cy="571500"/>
          </a:xfrm>
          <a:prstGeom prst="roundRect">
            <a:avLst>
              <a:gd name="adj" fmla="val 8000"/>
            </a:avLst>
          </a:prstGeom>
          <a:solidFill>
            <a:srgbClr val="FFF4ED"/>
          </a:solidFill>
          <a:ln w="12700">
            <a:solidFill>
              <a:srgbClr val="E94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28600" y="4667250"/>
            <a:ext cx="11734800" cy="18478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