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03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1773936" y="0"/>
            <a:ext cx="9144" cy="6858000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228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ShopAfrica+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480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60120"/>
            <a:ext cx="1783080" cy="411480"/>
          </a:xfrm>
          <a:prstGeom prst="rect">
            <a:avLst/>
          </a:prstGeom>
          <a:solidFill>
            <a:srgbClr val="232836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960120"/>
            <a:ext cx="36576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9601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960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" y="14447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4447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192938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19293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" y="24140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24140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digital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" y="28986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28986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62636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6355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 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965960" y="1051560"/>
            <a:ext cx="1627632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965960" y="1051560"/>
            <a:ext cx="1627632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9" name="Shape 47"/>
          <p:cNvSpPr/>
          <p:nvPr/>
        </p:nvSpPr>
        <p:spPr>
          <a:xfrm>
            <a:off x="3666744" y="1051560"/>
            <a:ext cx="1627632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666744" y="1051560"/>
            <a:ext cx="16276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5" name="Shape 53"/>
          <p:cNvSpPr/>
          <p:nvPr/>
        </p:nvSpPr>
        <p:spPr>
          <a:xfrm>
            <a:off x="5367528" y="1051560"/>
            <a:ext cx="1627632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367528" y="1051560"/>
            <a:ext cx="1627632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1" name="Shape 59"/>
          <p:cNvSpPr/>
          <p:nvPr/>
        </p:nvSpPr>
        <p:spPr>
          <a:xfrm>
            <a:off x="7068312" y="1051560"/>
            <a:ext cx="1627632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068312" y="1051560"/>
            <a:ext cx="1627632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7" name="Shape 65"/>
          <p:cNvSpPr/>
          <p:nvPr/>
        </p:nvSpPr>
        <p:spPr>
          <a:xfrm>
            <a:off x="8769096" y="1051560"/>
            <a:ext cx="1627632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8769096" y="1051560"/>
            <a:ext cx="162763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3" name="Shape 71"/>
          <p:cNvSpPr/>
          <p:nvPr/>
        </p:nvSpPr>
        <p:spPr>
          <a:xfrm>
            <a:off x="10469880" y="1051560"/>
            <a:ext cx="1627632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10469880" y="1051560"/>
            <a:ext cx="1627632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9" name="Shape 77"/>
          <p:cNvSpPr/>
          <p:nvPr/>
        </p:nvSpPr>
        <p:spPr>
          <a:xfrm>
            <a:off x="1965960" y="2331720"/>
            <a:ext cx="6400800" cy="2194560"/>
          </a:xfrm>
          <a:prstGeom prst="roundRect">
            <a:avLst>
              <a:gd name="adj" fmla="val 3333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8503920" y="2331720"/>
            <a:ext cx="3593592" cy="2194560"/>
          </a:xfrm>
          <a:prstGeom prst="roundRect">
            <a:avLst>
              <a:gd name="adj" fmla="val 3333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5" name="Shape 81"/>
          <p:cNvSpPr/>
          <p:nvPr/>
        </p:nvSpPr>
        <p:spPr>
          <a:xfrm>
            <a:off x="1965960" y="461772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8" name="Shape 83"/>
          <p:cNvSpPr/>
          <p:nvPr/>
        </p:nvSpPr>
        <p:spPr>
          <a:xfrm>
            <a:off x="7178040" y="4617720"/>
            <a:ext cx="4919472" cy="2103120"/>
          </a:xfrm>
          <a:prstGeom prst="roundRect">
            <a:avLst>
              <a:gd name="adj" fmla="val 3478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1773936" y="0"/>
            <a:ext cx="9144" cy="6858000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228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ShopAfrica+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480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9601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960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1444752"/>
            <a:ext cx="1783080" cy="411480"/>
          </a:xfrm>
          <a:prstGeom prst="rect">
            <a:avLst/>
          </a:prstGeom>
          <a:solidFill>
            <a:srgbClr val="23283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444752"/>
            <a:ext cx="36576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14447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4447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192938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19293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" y="24140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24140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digital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" y="28986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28986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62636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6355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 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965960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965960" y="1051560"/>
            <a:ext cx="2505456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9" name="Shape 47"/>
          <p:cNvSpPr/>
          <p:nvPr/>
        </p:nvSpPr>
        <p:spPr>
          <a:xfrm>
            <a:off x="4562856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62856" y="1051560"/>
            <a:ext cx="2505456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Shape 53"/>
          <p:cNvSpPr/>
          <p:nvPr/>
        </p:nvSpPr>
        <p:spPr>
          <a:xfrm>
            <a:off x="7159752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159752" y="1051560"/>
            <a:ext cx="2505456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1" name="Shape 59"/>
          <p:cNvSpPr/>
          <p:nvPr/>
        </p:nvSpPr>
        <p:spPr>
          <a:xfrm>
            <a:off x="9756648" y="1051560"/>
            <a:ext cx="2267712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756648" y="1051560"/>
            <a:ext cx="226771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7" name="Shape 65"/>
          <p:cNvSpPr/>
          <p:nvPr/>
        </p:nvSpPr>
        <p:spPr>
          <a:xfrm>
            <a:off x="1965960" y="2331720"/>
            <a:ext cx="5029200" cy="4389120"/>
          </a:xfrm>
          <a:prstGeom prst="roundRect">
            <a:avLst>
              <a:gd name="adj" fmla="val 1667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7178040" y="2331720"/>
            <a:ext cx="4846320" cy="2331720"/>
          </a:xfrm>
          <a:prstGeom prst="roundRect">
            <a:avLst>
              <a:gd name="adj" fmla="val 3137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3" name="Shape 69"/>
          <p:cNvSpPr/>
          <p:nvPr/>
        </p:nvSpPr>
        <p:spPr>
          <a:xfrm>
            <a:off x="7178040" y="4754880"/>
            <a:ext cx="4831080" cy="1965960"/>
          </a:xfrm>
          <a:prstGeom prst="roundRect">
            <a:avLst>
              <a:gd name="adj" fmla="val 3721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1773936" y="0"/>
            <a:ext cx="9144" cy="6858000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228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ShopAfrica+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480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9601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960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" y="14447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4447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1929384"/>
            <a:ext cx="1783080" cy="411480"/>
          </a:xfrm>
          <a:prstGeom prst="rect">
            <a:avLst/>
          </a:prstGeom>
          <a:solidFill>
            <a:srgbClr val="232836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1929384"/>
            <a:ext cx="36576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192938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19293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" y="24140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24140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digital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" y="28986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28986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62636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6355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965960" y="105156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965960" y="1051560"/>
            <a:ext cx="33375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9" name="Shape 47"/>
          <p:cNvSpPr/>
          <p:nvPr/>
        </p:nvSpPr>
        <p:spPr>
          <a:xfrm>
            <a:off x="5422392" y="105156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22392" y="1051560"/>
            <a:ext cx="33375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Shape 53"/>
          <p:cNvSpPr/>
          <p:nvPr/>
        </p:nvSpPr>
        <p:spPr>
          <a:xfrm>
            <a:off x="8878824" y="1051560"/>
            <a:ext cx="3139441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878824" y="1051560"/>
            <a:ext cx="3139441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1" name="Shape 59"/>
          <p:cNvSpPr/>
          <p:nvPr/>
        </p:nvSpPr>
        <p:spPr>
          <a:xfrm>
            <a:off x="1965960" y="233172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5349240" y="233172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7" name="Shape 63"/>
          <p:cNvSpPr/>
          <p:nvPr/>
        </p:nvSpPr>
        <p:spPr>
          <a:xfrm>
            <a:off x="8732521" y="2331720"/>
            <a:ext cx="3285744" cy="2194560"/>
          </a:xfrm>
          <a:prstGeom prst="roundRect">
            <a:avLst>
              <a:gd name="adj" fmla="val 3333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0" name="Shape 65"/>
          <p:cNvSpPr/>
          <p:nvPr/>
        </p:nvSpPr>
        <p:spPr>
          <a:xfrm>
            <a:off x="1965960" y="461772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3" name="Shape 67"/>
          <p:cNvSpPr/>
          <p:nvPr/>
        </p:nvSpPr>
        <p:spPr>
          <a:xfrm>
            <a:off x="7178040" y="4617720"/>
            <a:ext cx="4840224" cy="2103120"/>
          </a:xfrm>
          <a:prstGeom prst="roundRect">
            <a:avLst>
              <a:gd name="adj" fmla="val 3478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E3ABC392-1B37-4431-B192-A10C5A63B713}"/>
              </a:ext>
            </a:extLst>
          </p:cNvPr>
          <p:cNvSpPr/>
          <p:nvPr/>
        </p:nvSpPr>
        <p:spPr>
          <a:xfrm>
            <a:off x="173736" y="634593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 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1773936" y="0"/>
            <a:ext cx="9144" cy="6858000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228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ShopAfrica+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480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9601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960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" y="14447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4447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" y="192938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9293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2414016"/>
            <a:ext cx="1783080" cy="411480"/>
          </a:xfrm>
          <a:prstGeom prst="rect">
            <a:avLst/>
          </a:prstGeom>
          <a:solidFill>
            <a:srgbClr val="232836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2414016"/>
            <a:ext cx="36576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24140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24140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digital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" y="28986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28986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62636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43" name="Shape 41"/>
          <p:cNvSpPr/>
          <p:nvPr/>
        </p:nvSpPr>
        <p:spPr>
          <a:xfrm>
            <a:off x="1965960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965960" y="1051560"/>
            <a:ext cx="2505456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9" name="Shape 47"/>
          <p:cNvSpPr/>
          <p:nvPr/>
        </p:nvSpPr>
        <p:spPr>
          <a:xfrm>
            <a:off x="4562856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62856" y="1051560"/>
            <a:ext cx="2505456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5" name="Shape 53"/>
          <p:cNvSpPr/>
          <p:nvPr/>
        </p:nvSpPr>
        <p:spPr>
          <a:xfrm>
            <a:off x="7159752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159752" y="1051560"/>
            <a:ext cx="2505456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1" name="Shape 59"/>
          <p:cNvSpPr/>
          <p:nvPr/>
        </p:nvSpPr>
        <p:spPr>
          <a:xfrm>
            <a:off x="9756648" y="1051560"/>
            <a:ext cx="2267712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756648" y="1051560"/>
            <a:ext cx="226771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7" name="Shape 65"/>
          <p:cNvSpPr/>
          <p:nvPr/>
        </p:nvSpPr>
        <p:spPr>
          <a:xfrm>
            <a:off x="1965960" y="2331720"/>
            <a:ext cx="5029200" cy="4389120"/>
          </a:xfrm>
          <a:prstGeom prst="roundRect">
            <a:avLst>
              <a:gd name="adj" fmla="val 1667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2103120" y="5303520"/>
            <a:ext cx="4754880" cy="1280160"/>
          </a:xfrm>
          <a:prstGeom prst="roundRect">
            <a:avLst>
              <a:gd name="adj" fmla="val 4286"/>
            </a:avLst>
          </a:prstGeom>
          <a:solidFill>
            <a:srgbClr val="3D1F2A"/>
          </a:solidFill>
          <a:ln/>
        </p:spPr>
      </p:sp>
      <p:sp>
        <p:nvSpPr>
          <p:cNvPr id="82" name="Shape 80"/>
          <p:cNvSpPr/>
          <p:nvPr/>
        </p:nvSpPr>
        <p:spPr>
          <a:xfrm>
            <a:off x="2103120" y="5303520"/>
            <a:ext cx="54864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5" name="Shape 83"/>
          <p:cNvSpPr/>
          <p:nvPr/>
        </p:nvSpPr>
        <p:spPr>
          <a:xfrm>
            <a:off x="7178040" y="2331720"/>
            <a:ext cx="4846320" cy="2103120"/>
          </a:xfrm>
          <a:prstGeom prst="roundRect">
            <a:avLst>
              <a:gd name="adj" fmla="val 3478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7178040" y="4572000"/>
            <a:ext cx="4831080" cy="2148840"/>
          </a:xfrm>
          <a:prstGeom prst="roundRect">
            <a:avLst>
              <a:gd name="adj" fmla="val 3404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1" name="Text 22">
            <a:extLst>
              <a:ext uri="{FF2B5EF4-FFF2-40B4-BE49-F238E27FC236}">
                <a16:creationId xmlns:a16="http://schemas.microsoft.com/office/drawing/2014/main" id="{5464F6D9-5CCB-44A1-A3EE-57DCB076E190}"/>
              </a:ext>
            </a:extLst>
          </p:cNvPr>
          <p:cNvSpPr/>
          <p:nvPr/>
        </p:nvSpPr>
        <p:spPr>
          <a:xfrm>
            <a:off x="182880" y="6355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 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1773936" y="0"/>
            <a:ext cx="9144" cy="6858000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228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ShopAfrica+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480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9601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960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" y="14447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4447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" y="192938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9293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4140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4140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digital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2898648"/>
            <a:ext cx="1783080" cy="411480"/>
          </a:xfrm>
          <a:prstGeom prst="rect">
            <a:avLst/>
          </a:prstGeom>
          <a:solidFill>
            <a:srgbClr val="232836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898648"/>
            <a:ext cx="36576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" y="28986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28986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62636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43" name="Shape 41"/>
          <p:cNvSpPr/>
          <p:nvPr/>
        </p:nvSpPr>
        <p:spPr>
          <a:xfrm>
            <a:off x="1965960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965960" y="1051560"/>
            <a:ext cx="2505456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9" name="Shape 47"/>
          <p:cNvSpPr/>
          <p:nvPr/>
        </p:nvSpPr>
        <p:spPr>
          <a:xfrm>
            <a:off x="4562856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62856" y="1051560"/>
            <a:ext cx="2505456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Shape 53"/>
          <p:cNvSpPr/>
          <p:nvPr/>
        </p:nvSpPr>
        <p:spPr>
          <a:xfrm>
            <a:off x="7159752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159752" y="1051560"/>
            <a:ext cx="2505456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1" name="Shape 59"/>
          <p:cNvSpPr/>
          <p:nvPr/>
        </p:nvSpPr>
        <p:spPr>
          <a:xfrm>
            <a:off x="9756648" y="1051560"/>
            <a:ext cx="2267712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756648" y="1051560"/>
            <a:ext cx="226771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7" name="Shape 65"/>
          <p:cNvSpPr/>
          <p:nvPr/>
        </p:nvSpPr>
        <p:spPr>
          <a:xfrm>
            <a:off x="1965960" y="233172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1965960" y="457200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3" name="Shape 69"/>
          <p:cNvSpPr/>
          <p:nvPr/>
        </p:nvSpPr>
        <p:spPr>
          <a:xfrm>
            <a:off x="7178040" y="2331720"/>
            <a:ext cx="4846320" cy="2103120"/>
          </a:xfrm>
          <a:prstGeom prst="roundRect">
            <a:avLst>
              <a:gd name="adj" fmla="val 3478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6" name="Shape 71"/>
          <p:cNvSpPr/>
          <p:nvPr/>
        </p:nvSpPr>
        <p:spPr>
          <a:xfrm>
            <a:off x="7178040" y="4572000"/>
            <a:ext cx="4846320" cy="2148840"/>
          </a:xfrm>
          <a:prstGeom prst="roundRect">
            <a:avLst>
              <a:gd name="adj" fmla="val 3404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9" name="Text 22">
            <a:extLst>
              <a:ext uri="{FF2B5EF4-FFF2-40B4-BE49-F238E27FC236}">
                <a16:creationId xmlns:a16="http://schemas.microsoft.com/office/drawing/2014/main" id="{36D71F21-065B-491B-A9C2-EEF601D2136B}"/>
              </a:ext>
            </a:extLst>
          </p:cNvPr>
          <p:cNvSpPr/>
          <p:nvPr/>
        </p:nvSpPr>
        <p:spPr>
          <a:xfrm>
            <a:off x="182880" y="6355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 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90</Words>
  <Application>Microsoft Office PowerPoint</Application>
  <PresentationFormat>Grand écran</PresentationFormat>
  <Paragraphs>80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Mockup E-Commerce Analytics 360 - Power BI</dc:title>
  <dc:subject>PptxGenJS Presentation</dc:subject>
  <dc:creator>DataProjectLab</dc:creator>
  <cp:lastModifiedBy>soum youss</cp:lastModifiedBy>
  <cp:revision>5</cp:revision>
  <dcterms:created xsi:type="dcterms:W3CDTF">2026-05-01T15:49:50Z</dcterms:created>
  <dcterms:modified xsi:type="dcterms:W3CDTF">2026-05-02T11:52:12Z</dcterms:modified>
</cp:coreProperties>
</file>