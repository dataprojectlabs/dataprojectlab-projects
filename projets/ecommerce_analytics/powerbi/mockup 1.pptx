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0FB"/>
    <a:srgbClr val="E8E9EC"/>
    <a:srgbClr val="4F8EF7"/>
    <a:srgbClr val="534AB7"/>
    <a:srgbClr val="AFA9EC"/>
    <a:srgbClr val="5A5F7D"/>
    <a:srgbClr val="F4F5F7"/>
    <a:srgbClr val="8890A8"/>
    <a:srgbClr val="8B5CF6"/>
    <a:srgbClr val="2DD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>
        <p:scale>
          <a:sx n="113" d="100"/>
          <a:sy n="113" d="100"/>
        </p:scale>
        <p:origin x="3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2332DD-916F-41F6-AFF1-880D54EE1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3AE6085-E931-4D9A-9698-31AA92116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9F07B8-3CB6-4E84-B2EE-FD03CB5F1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CEC3EF-7A12-4D73-88BD-868C8C30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E7A2B8-C310-4C8E-80C0-E0DD2F72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42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70A234-600C-4B49-9E4F-C75FAC6F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1D6B22-5D66-4436-AD23-E623665E6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C50D1E-6F04-4190-B9C2-C83E9735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EAE422E-A231-4E88-ABBE-5919C475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33CA93-87A7-4AAE-B81E-BB66BB71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59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E1ABBF-A280-4AB8-967F-744858B0A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7C765A-103F-45DF-AEA7-3F7897FA7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560B46-EDB2-4B7E-A413-A01AEA8BE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D70BD5-65BD-4AE4-A165-C551087D3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40AEF6-1A10-419B-A28C-8D9F993B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852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A24C7F-FC2B-4E5F-AC8C-F6B5EE2F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479E8E-4D7E-4475-81FA-F1BCBAEF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09CDAE8-1D71-4E10-A5DB-4301C1707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943AB45-19A2-40FE-BAD8-57FD69477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F6B6F3-F7C2-4736-AB02-532098F6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2D0AF1-7E54-42C9-BF1A-64784FC2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2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24429C-3393-4538-A13B-FCF325ED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C382F3-A831-4460-B4F1-218DA2192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547FF7-02DC-4EA9-9B44-638CCE0F1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3231BC9-A49B-48A2-AA40-B084C8816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7CBFCA0-CE80-4954-8D9C-63E667BD8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5F06921-0495-48A0-869D-45924659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E159237-A405-4368-B396-F39F2703A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8F7BCFE-5B39-407D-ABA2-3E8148551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814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A06A3D-C6A6-4761-831E-9E40BBBC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96787F3-61EC-4970-9682-19D40545E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A351886-AE82-4A0B-82DD-584B60EC7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511868-7B00-424F-8B17-19FAB738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82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03919FE-E804-4EC0-9732-DC4801F0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CB2DA02-1D6F-47D6-828F-83D84775B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B0AACF-FB53-43FE-A45C-60944E0B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251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EA7105-965B-45C1-BEAA-7F2B3531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D9DD0E-53AF-460B-A9AC-3558F0AA3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E98AB63-0E97-4293-A6FA-B7EF1D380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76CDCD-9700-41CA-874B-56F19E6F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B7AE5D-2DD0-46A1-99E2-10F507346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BAA0C3-ADA2-445E-9C94-16ABA000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5641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549BD5-05ED-44E7-9F26-CAF70789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1554964-DC84-45F2-85C8-C19E45167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576E7F7-2FA0-4F54-8C10-F32EBDA79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12BD59-E3FA-43CF-A1F8-15345B12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885493-3F2F-4B42-94FD-46238EC69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34F13F-DC23-4FB9-BB6D-CC457977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350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C1373-E261-478F-B807-5D560C02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4638493-B924-4F1C-828A-82581D13C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12E446-8BE9-4FEF-A634-5EE4A84D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17C558-77EB-4914-A1A5-93B0BD4DA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4E2330-9D73-41D4-8D54-EEB88E4E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1BB411D-2F3B-45E6-84CC-DB89A66425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7042945-A980-4C1C-8F36-94485BE15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ECBE17-64F0-4F81-876B-A4A5DE58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C76CF5-42CA-4ABE-B52B-77A1F829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64C5E4-D132-4648-A54F-03BF5510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639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A1623DA-CFE0-4E33-AC50-142384AD6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A0F956-A1E3-4463-8968-7271A4482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1C91BB-8FCD-4025-87C7-AACC80547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AC242-DBCA-4087-BA8C-5EF6CFF175AF}" type="datetimeFigureOut">
              <a:rPr lang="fr-FR" smtClean="0"/>
              <a:t>02/04/2026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FA31D8-A098-45A3-8458-07FF1DD0B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7A5634-61DD-468F-A54E-21BD06ADC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66E87-493A-4C0D-A825-7D2A2CDD9B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19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sv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FE3CFA-DCF9-4C40-A559-61ACACE8E89A}"/>
              </a:ext>
            </a:extLst>
          </p:cNvPr>
          <p:cNvSpPr/>
          <p:nvPr/>
        </p:nvSpPr>
        <p:spPr>
          <a:xfrm>
            <a:off x="-53789" y="0"/>
            <a:ext cx="12236823" cy="6858000"/>
          </a:xfrm>
          <a:prstGeom prst="rect">
            <a:avLst/>
          </a:prstGeom>
          <a:solidFill>
            <a:srgbClr val="F4F5F7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71B9FE-B1F5-4179-90BD-673FCA71FCDA}"/>
              </a:ext>
            </a:extLst>
          </p:cNvPr>
          <p:cNvSpPr/>
          <p:nvPr/>
        </p:nvSpPr>
        <p:spPr>
          <a:xfrm>
            <a:off x="-53790" y="0"/>
            <a:ext cx="2017061" cy="6858000"/>
          </a:xfrm>
          <a:prstGeom prst="rect">
            <a:avLst/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E42332-3DE9-4D0D-B31E-BD9A50D80B5B}"/>
              </a:ext>
            </a:extLst>
          </p:cNvPr>
          <p:cNvSpPr/>
          <p:nvPr/>
        </p:nvSpPr>
        <p:spPr>
          <a:xfrm>
            <a:off x="1963271" y="1"/>
            <a:ext cx="10219764" cy="663388"/>
          </a:xfrm>
          <a:prstGeom prst="rect">
            <a:avLst/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AFC1DFE-73E0-4751-B7B5-F372CDB3A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60" y="1008550"/>
            <a:ext cx="216000" cy="21600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8D77721E-6C09-49E1-AA1A-892493D34DC7}"/>
              </a:ext>
            </a:extLst>
          </p:cNvPr>
          <p:cNvSpPr txBox="1"/>
          <p:nvPr/>
        </p:nvSpPr>
        <p:spPr>
          <a:xfrm>
            <a:off x="459997" y="994080"/>
            <a:ext cx="1039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accent1"/>
                </a:solidFill>
                <a:latin typeface="Segoe UI Variable Text Semibold" pitchFamily="2" charset="0"/>
              </a:rPr>
              <a:t>Overview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24CA851-3E84-45D5-A025-18F31108BBA7}"/>
              </a:ext>
            </a:extLst>
          </p:cNvPr>
          <p:cNvSpPr txBox="1"/>
          <p:nvPr/>
        </p:nvSpPr>
        <p:spPr>
          <a:xfrm>
            <a:off x="441835" y="1418365"/>
            <a:ext cx="1039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Produit</a:t>
            </a:r>
            <a:endParaRPr lang="fr-FR" sz="1200" dirty="0">
              <a:solidFill>
                <a:srgbClr val="5A5F7D"/>
              </a:solidFill>
              <a:latin typeface="Segoe UI Variable Text Semibold" pitchFamily="2" charset="0"/>
            </a:endParaRPr>
          </a:p>
        </p:txBody>
      </p:sp>
      <p:pic>
        <p:nvPicPr>
          <p:cNvPr id="20" name="Image 19" descr="Avis des clients avec un remplissage uni">
            <a:extLst>
              <a:ext uri="{FF2B5EF4-FFF2-40B4-BE49-F238E27FC236}">
                <a16:creationId xmlns:a16="http://schemas.microsoft.com/office/drawing/2014/main" id="{9D5D3A67-7AE8-4B77-9910-774FC536CC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6078" y="1816767"/>
            <a:ext cx="216000" cy="21600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BB358C0F-0CD3-4571-9C11-761E5C3B3F5D}"/>
              </a:ext>
            </a:extLst>
          </p:cNvPr>
          <p:cNvSpPr txBox="1"/>
          <p:nvPr/>
        </p:nvSpPr>
        <p:spPr>
          <a:xfrm>
            <a:off x="449912" y="1789594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Clients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752443AD-2EFF-4207-9FE2-4BD71A85BD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688" y="2191338"/>
            <a:ext cx="216000" cy="21600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E20B43A-34BA-47E9-A8BE-E4721C795C89}"/>
              </a:ext>
            </a:extLst>
          </p:cNvPr>
          <p:cNvSpPr txBox="1"/>
          <p:nvPr/>
        </p:nvSpPr>
        <p:spPr>
          <a:xfrm>
            <a:off x="441835" y="2160768"/>
            <a:ext cx="1432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Funnel</a:t>
            </a:r>
            <a:r>
              <a:rPr lang="fr-FR" sz="1200" dirty="0">
                <a:solidFill>
                  <a:srgbClr val="5A5F7D"/>
                </a:solidFill>
                <a:latin typeface="Segoe UI Variable Text Semibold" pitchFamily="2" charset="0"/>
              </a:rPr>
              <a:t> digital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5EE9332D-EC80-4716-AEFD-310781B94A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4456" y="2558338"/>
            <a:ext cx="216000" cy="216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F67AA7CC-E38E-4A97-918E-B01F1EA1097F}"/>
              </a:ext>
            </a:extLst>
          </p:cNvPr>
          <p:cNvSpPr txBox="1"/>
          <p:nvPr/>
        </p:nvSpPr>
        <p:spPr>
          <a:xfrm>
            <a:off x="459997" y="2526692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Satisfaction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630AF32-0569-4DBF-897E-FAD792325625}"/>
              </a:ext>
            </a:extLst>
          </p:cNvPr>
          <p:cNvSpPr/>
          <p:nvPr/>
        </p:nvSpPr>
        <p:spPr>
          <a:xfrm>
            <a:off x="2079770" y="887835"/>
            <a:ext cx="1792982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882AF2FC-036B-45AD-8F59-84A69E0D32CE}"/>
              </a:ext>
            </a:extLst>
          </p:cNvPr>
          <p:cNvSpPr/>
          <p:nvPr/>
        </p:nvSpPr>
        <p:spPr>
          <a:xfrm>
            <a:off x="4036378" y="885438"/>
            <a:ext cx="1964088" cy="1011141"/>
          </a:xfrm>
          <a:prstGeom prst="roundRect">
            <a:avLst>
              <a:gd name="adj" fmla="val 12234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E8093032-EB2C-4E38-A381-29E0FA8AC9BC}"/>
              </a:ext>
            </a:extLst>
          </p:cNvPr>
          <p:cNvSpPr/>
          <p:nvPr/>
        </p:nvSpPr>
        <p:spPr>
          <a:xfrm>
            <a:off x="6141919" y="889374"/>
            <a:ext cx="1872249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8398F3DF-584E-44AB-A742-AF5F0848579A}"/>
              </a:ext>
            </a:extLst>
          </p:cNvPr>
          <p:cNvSpPr/>
          <p:nvPr/>
        </p:nvSpPr>
        <p:spPr>
          <a:xfrm>
            <a:off x="8155623" y="885259"/>
            <a:ext cx="1938557" cy="1011141"/>
          </a:xfrm>
          <a:prstGeom prst="roundRect">
            <a:avLst>
              <a:gd name="adj" fmla="val 780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B2C4E37B-F1BB-4277-828C-A0E0862011F1}"/>
              </a:ext>
            </a:extLst>
          </p:cNvPr>
          <p:cNvSpPr/>
          <p:nvPr/>
        </p:nvSpPr>
        <p:spPr>
          <a:xfrm>
            <a:off x="10192792" y="885259"/>
            <a:ext cx="1872249" cy="1031293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4142E26F-418C-4644-B8BF-82D75503CEE1}"/>
              </a:ext>
            </a:extLst>
          </p:cNvPr>
          <p:cNvSpPr/>
          <p:nvPr/>
        </p:nvSpPr>
        <p:spPr>
          <a:xfrm>
            <a:off x="2079771" y="2052918"/>
            <a:ext cx="5656770" cy="2124636"/>
          </a:xfrm>
          <a:prstGeom prst="roundRect">
            <a:avLst>
              <a:gd name="adj" fmla="val 5636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12DD8327-37E6-4948-A51F-4A2AA41A45C4}"/>
              </a:ext>
            </a:extLst>
          </p:cNvPr>
          <p:cNvSpPr/>
          <p:nvPr/>
        </p:nvSpPr>
        <p:spPr>
          <a:xfrm>
            <a:off x="2079770" y="4329955"/>
            <a:ext cx="5656769" cy="2294963"/>
          </a:xfrm>
          <a:prstGeom prst="roundRect">
            <a:avLst>
              <a:gd name="adj" fmla="val 4526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4C776BD4-FA5E-4ECA-AD8A-38EC0540D4B0}"/>
              </a:ext>
            </a:extLst>
          </p:cNvPr>
          <p:cNvSpPr/>
          <p:nvPr/>
        </p:nvSpPr>
        <p:spPr>
          <a:xfrm>
            <a:off x="7853041" y="2052917"/>
            <a:ext cx="4212000" cy="2124636"/>
          </a:xfrm>
          <a:prstGeom prst="roundRect">
            <a:avLst>
              <a:gd name="adj" fmla="val 4010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0FA76C25-DD24-4D8C-98EB-099373EC0093}"/>
              </a:ext>
            </a:extLst>
          </p:cNvPr>
          <p:cNvSpPr/>
          <p:nvPr/>
        </p:nvSpPr>
        <p:spPr>
          <a:xfrm>
            <a:off x="7853039" y="4313918"/>
            <a:ext cx="4212000" cy="2311000"/>
          </a:xfrm>
          <a:prstGeom prst="roundRect">
            <a:avLst>
              <a:gd name="adj" fmla="val 328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0375DB73-F75C-46B8-BDF8-7FCB0C1F2EDD}"/>
              </a:ext>
            </a:extLst>
          </p:cNvPr>
          <p:cNvSpPr/>
          <p:nvPr/>
        </p:nvSpPr>
        <p:spPr>
          <a:xfrm>
            <a:off x="3666766" y="1190115"/>
            <a:ext cx="55769" cy="592217"/>
          </a:xfrm>
          <a:prstGeom prst="roundRect">
            <a:avLst/>
          </a:prstGeom>
          <a:solidFill>
            <a:srgbClr val="4F8E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151EA51A-6C8A-492D-9B02-2A28E6BF5F07}"/>
              </a:ext>
            </a:extLst>
          </p:cNvPr>
          <p:cNvSpPr/>
          <p:nvPr/>
        </p:nvSpPr>
        <p:spPr>
          <a:xfrm>
            <a:off x="5770114" y="1190388"/>
            <a:ext cx="55769" cy="592217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16C43C7-8229-450E-8940-FD296DF84F5D}"/>
              </a:ext>
            </a:extLst>
          </p:cNvPr>
          <p:cNvSpPr/>
          <p:nvPr/>
        </p:nvSpPr>
        <p:spPr>
          <a:xfrm>
            <a:off x="7772317" y="1190389"/>
            <a:ext cx="55769" cy="592217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CEAB189A-CFA0-4C4A-92D3-7247661A7001}"/>
              </a:ext>
            </a:extLst>
          </p:cNvPr>
          <p:cNvSpPr/>
          <p:nvPr/>
        </p:nvSpPr>
        <p:spPr>
          <a:xfrm>
            <a:off x="9805933" y="1193980"/>
            <a:ext cx="55769" cy="592217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D2AFFEED-136C-42F6-9BEF-3521E5F9D51B}"/>
              </a:ext>
            </a:extLst>
          </p:cNvPr>
          <p:cNvSpPr/>
          <p:nvPr/>
        </p:nvSpPr>
        <p:spPr>
          <a:xfrm>
            <a:off x="11876239" y="1190390"/>
            <a:ext cx="55769" cy="592217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38F46D14-D271-4E36-B9B3-925AC8E6B6C1}"/>
              </a:ext>
            </a:extLst>
          </p:cNvPr>
          <p:cNvCxnSpPr/>
          <p:nvPr/>
        </p:nvCxnSpPr>
        <p:spPr>
          <a:xfrm flipH="1">
            <a:off x="-53791" y="663388"/>
            <a:ext cx="2017062" cy="0"/>
          </a:xfrm>
          <a:prstGeom prst="line">
            <a:avLst/>
          </a:prstGeom>
          <a:ln>
            <a:solidFill>
              <a:srgbClr val="8890A8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1BE17607-C8F1-434C-9946-72705C89E6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7" y="166623"/>
            <a:ext cx="495343" cy="388654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8B6FD353-4D00-4687-A0F3-25CF2F8F62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25" y="1429885"/>
            <a:ext cx="216000" cy="216000"/>
          </a:xfrm>
          <a:prstGeom prst="rect">
            <a:avLst/>
          </a:prstGeom>
        </p:spPr>
      </p:pic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74DE9D73-7B0E-4C9D-B93C-C5033B9E2669}"/>
              </a:ext>
            </a:extLst>
          </p:cNvPr>
          <p:cNvSpPr/>
          <p:nvPr/>
        </p:nvSpPr>
        <p:spPr>
          <a:xfrm>
            <a:off x="91706" y="932199"/>
            <a:ext cx="1766048" cy="375031"/>
          </a:xfrm>
          <a:prstGeom prst="roundRect">
            <a:avLst/>
          </a:prstGeom>
          <a:solidFill>
            <a:srgbClr val="4F8EF7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800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FE3CFA-DCF9-4C40-A559-61ACACE8E89A}"/>
              </a:ext>
            </a:extLst>
          </p:cNvPr>
          <p:cNvSpPr/>
          <p:nvPr/>
        </p:nvSpPr>
        <p:spPr>
          <a:xfrm>
            <a:off x="-53789" y="0"/>
            <a:ext cx="12236823" cy="6858000"/>
          </a:xfrm>
          <a:prstGeom prst="rect">
            <a:avLst/>
          </a:prstGeom>
          <a:solidFill>
            <a:srgbClr val="F4F5F7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71B9FE-B1F5-4179-90BD-673FCA71FCDA}"/>
              </a:ext>
            </a:extLst>
          </p:cNvPr>
          <p:cNvSpPr/>
          <p:nvPr/>
        </p:nvSpPr>
        <p:spPr>
          <a:xfrm>
            <a:off x="-53791" y="0"/>
            <a:ext cx="2017061" cy="6858000"/>
          </a:xfrm>
          <a:prstGeom prst="rect">
            <a:avLst/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E42332-3DE9-4D0D-B31E-BD9A50D80B5B}"/>
              </a:ext>
            </a:extLst>
          </p:cNvPr>
          <p:cNvSpPr/>
          <p:nvPr/>
        </p:nvSpPr>
        <p:spPr>
          <a:xfrm>
            <a:off x="1963271" y="1"/>
            <a:ext cx="10219764" cy="663388"/>
          </a:xfrm>
          <a:prstGeom prst="rect">
            <a:avLst/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7C4FEED-1F59-4414-9F1F-E25EB6255BD3}"/>
              </a:ext>
            </a:extLst>
          </p:cNvPr>
          <p:cNvSpPr/>
          <p:nvPr/>
        </p:nvSpPr>
        <p:spPr>
          <a:xfrm>
            <a:off x="91706" y="1347398"/>
            <a:ext cx="1766048" cy="375031"/>
          </a:xfrm>
          <a:prstGeom prst="roundRect">
            <a:avLst/>
          </a:prstGeom>
          <a:solidFill>
            <a:srgbClr val="4F8EF7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77721E-6C09-49E1-AA1A-892493D34DC7}"/>
              </a:ext>
            </a:extLst>
          </p:cNvPr>
          <p:cNvSpPr txBox="1"/>
          <p:nvPr/>
        </p:nvSpPr>
        <p:spPr>
          <a:xfrm>
            <a:off x="459997" y="994080"/>
            <a:ext cx="1039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Overview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24CA851-3E84-45D5-A025-18F31108BBA7}"/>
              </a:ext>
            </a:extLst>
          </p:cNvPr>
          <p:cNvSpPr txBox="1"/>
          <p:nvPr/>
        </p:nvSpPr>
        <p:spPr>
          <a:xfrm>
            <a:off x="462906" y="1409067"/>
            <a:ext cx="1039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accent1"/>
                </a:solidFill>
                <a:latin typeface="Segoe UI Variable Text Semibold" pitchFamily="2" charset="0"/>
              </a:rPr>
              <a:t>Produit</a:t>
            </a:r>
          </a:p>
        </p:txBody>
      </p:sp>
      <p:pic>
        <p:nvPicPr>
          <p:cNvPr id="20" name="Image 19" descr="Avis des clients avec un remplissage uni">
            <a:extLst>
              <a:ext uri="{FF2B5EF4-FFF2-40B4-BE49-F238E27FC236}">
                <a16:creationId xmlns:a16="http://schemas.microsoft.com/office/drawing/2014/main" id="{9D5D3A67-7AE8-4B77-9910-774FC536C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6078" y="1816767"/>
            <a:ext cx="216000" cy="216000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BB358C0F-0CD3-4571-9C11-761E5C3B3F5D}"/>
              </a:ext>
            </a:extLst>
          </p:cNvPr>
          <p:cNvSpPr txBox="1"/>
          <p:nvPr/>
        </p:nvSpPr>
        <p:spPr>
          <a:xfrm>
            <a:off x="450800" y="1786197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Clients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752443AD-2EFF-4207-9FE2-4BD71A85BD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931" y="2228789"/>
            <a:ext cx="216000" cy="21600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E20B43A-34BA-47E9-A8BE-E4721C795C89}"/>
              </a:ext>
            </a:extLst>
          </p:cNvPr>
          <p:cNvSpPr txBox="1"/>
          <p:nvPr/>
        </p:nvSpPr>
        <p:spPr>
          <a:xfrm>
            <a:off x="432078" y="2225653"/>
            <a:ext cx="1432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Funnel</a:t>
            </a:r>
            <a:r>
              <a:rPr lang="fr-FR" sz="1200" dirty="0">
                <a:solidFill>
                  <a:srgbClr val="5A5F7D"/>
                </a:solidFill>
                <a:latin typeface="Segoe UI Variable Text Semibold" pitchFamily="2" charset="0"/>
              </a:rPr>
              <a:t> digital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5EE9332D-EC80-4716-AEFD-310781B94A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25" y="2615671"/>
            <a:ext cx="216000" cy="216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F67AA7CC-E38E-4A97-918E-B01F1EA1097F}"/>
              </a:ext>
            </a:extLst>
          </p:cNvPr>
          <p:cNvSpPr txBox="1"/>
          <p:nvPr/>
        </p:nvSpPr>
        <p:spPr>
          <a:xfrm>
            <a:off x="421337" y="2585101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Satisfaction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630AF32-0569-4DBF-897E-FAD792325625}"/>
              </a:ext>
            </a:extLst>
          </p:cNvPr>
          <p:cNvSpPr/>
          <p:nvPr/>
        </p:nvSpPr>
        <p:spPr>
          <a:xfrm>
            <a:off x="2077789" y="887835"/>
            <a:ext cx="2378582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4142E26F-418C-4644-B8BF-82D75503CEE1}"/>
              </a:ext>
            </a:extLst>
          </p:cNvPr>
          <p:cNvSpPr/>
          <p:nvPr/>
        </p:nvSpPr>
        <p:spPr>
          <a:xfrm>
            <a:off x="2079771" y="2052918"/>
            <a:ext cx="5656770" cy="2124635"/>
          </a:xfrm>
          <a:prstGeom prst="roundRect">
            <a:avLst>
              <a:gd name="adj" fmla="val 5636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12DD8327-37E6-4948-A51F-4A2AA41A45C4}"/>
              </a:ext>
            </a:extLst>
          </p:cNvPr>
          <p:cNvSpPr/>
          <p:nvPr/>
        </p:nvSpPr>
        <p:spPr>
          <a:xfrm>
            <a:off x="2079770" y="4303879"/>
            <a:ext cx="9955294" cy="2321040"/>
          </a:xfrm>
          <a:prstGeom prst="roundRect">
            <a:avLst>
              <a:gd name="adj" fmla="val 4526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4C776BD4-FA5E-4ECA-AD8A-38EC0540D4B0}"/>
              </a:ext>
            </a:extLst>
          </p:cNvPr>
          <p:cNvSpPr/>
          <p:nvPr/>
        </p:nvSpPr>
        <p:spPr>
          <a:xfrm>
            <a:off x="7853039" y="2052918"/>
            <a:ext cx="4212000" cy="2124636"/>
          </a:xfrm>
          <a:prstGeom prst="roundRect">
            <a:avLst>
              <a:gd name="adj" fmla="val 4010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38F46D14-D271-4E36-B9B3-925AC8E6B6C1}"/>
              </a:ext>
            </a:extLst>
          </p:cNvPr>
          <p:cNvCxnSpPr/>
          <p:nvPr/>
        </p:nvCxnSpPr>
        <p:spPr>
          <a:xfrm flipH="1">
            <a:off x="-53791" y="663388"/>
            <a:ext cx="2017062" cy="0"/>
          </a:xfrm>
          <a:prstGeom prst="line">
            <a:avLst/>
          </a:prstGeom>
          <a:ln>
            <a:solidFill>
              <a:srgbClr val="8890A8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1BE17607-C8F1-434C-9946-72705C89E6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7" y="166623"/>
            <a:ext cx="495343" cy="388654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51872B42-0A59-4D5E-A1EC-93E3F97390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260" y="1008550"/>
            <a:ext cx="216000" cy="216000"/>
          </a:xfrm>
          <a:prstGeom prst="rect">
            <a:avLst/>
          </a:prstGeom>
        </p:spPr>
      </p:pic>
      <p:pic>
        <p:nvPicPr>
          <p:cNvPr id="33" name="Image 32">
            <a:extLst>
              <a:ext uri="{FF2B5EF4-FFF2-40B4-BE49-F238E27FC236}">
                <a16:creationId xmlns:a16="http://schemas.microsoft.com/office/drawing/2014/main" id="{C46EFD6D-CC23-4C37-9ED3-99553F2441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25" y="1460314"/>
            <a:ext cx="216000" cy="216000"/>
          </a:xfrm>
          <a:prstGeom prst="rect">
            <a:avLst/>
          </a:prstGeom>
        </p:spPr>
      </p:pic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377D9DAD-1CA1-49F9-AC07-453FAA942213}"/>
              </a:ext>
            </a:extLst>
          </p:cNvPr>
          <p:cNvSpPr/>
          <p:nvPr/>
        </p:nvSpPr>
        <p:spPr>
          <a:xfrm>
            <a:off x="4548728" y="899902"/>
            <a:ext cx="2468811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1700906C-2689-4157-A3A0-8EC513E91A09}"/>
              </a:ext>
            </a:extLst>
          </p:cNvPr>
          <p:cNvSpPr/>
          <p:nvPr/>
        </p:nvSpPr>
        <p:spPr>
          <a:xfrm>
            <a:off x="7130411" y="915452"/>
            <a:ext cx="2468811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22337CB0-0BB7-4820-A043-DC78E6546175}"/>
              </a:ext>
            </a:extLst>
          </p:cNvPr>
          <p:cNvSpPr/>
          <p:nvPr/>
        </p:nvSpPr>
        <p:spPr>
          <a:xfrm>
            <a:off x="9714221" y="922093"/>
            <a:ext cx="2320843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255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FE3CFA-DCF9-4C40-A559-61ACACE8E89A}"/>
              </a:ext>
            </a:extLst>
          </p:cNvPr>
          <p:cNvSpPr/>
          <p:nvPr/>
        </p:nvSpPr>
        <p:spPr>
          <a:xfrm>
            <a:off x="-53789" y="0"/>
            <a:ext cx="12236823" cy="6858000"/>
          </a:xfrm>
          <a:prstGeom prst="rect">
            <a:avLst/>
          </a:prstGeom>
          <a:solidFill>
            <a:srgbClr val="F4F5F7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71B9FE-B1F5-4179-90BD-673FCA71FCDA}"/>
              </a:ext>
            </a:extLst>
          </p:cNvPr>
          <p:cNvSpPr/>
          <p:nvPr/>
        </p:nvSpPr>
        <p:spPr>
          <a:xfrm>
            <a:off x="-53791" y="0"/>
            <a:ext cx="2017061" cy="6858000"/>
          </a:xfrm>
          <a:prstGeom prst="rect">
            <a:avLst/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E42332-3DE9-4D0D-B31E-BD9A50D80B5B}"/>
              </a:ext>
            </a:extLst>
          </p:cNvPr>
          <p:cNvSpPr/>
          <p:nvPr/>
        </p:nvSpPr>
        <p:spPr>
          <a:xfrm>
            <a:off x="1963271" y="1"/>
            <a:ext cx="10219764" cy="663388"/>
          </a:xfrm>
          <a:prstGeom prst="rect">
            <a:avLst/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7C4FEED-1F59-4414-9F1F-E25EB6255BD3}"/>
              </a:ext>
            </a:extLst>
          </p:cNvPr>
          <p:cNvSpPr/>
          <p:nvPr/>
        </p:nvSpPr>
        <p:spPr>
          <a:xfrm>
            <a:off x="91706" y="1730603"/>
            <a:ext cx="1766048" cy="375031"/>
          </a:xfrm>
          <a:prstGeom prst="roundRect">
            <a:avLst/>
          </a:prstGeom>
          <a:solidFill>
            <a:srgbClr val="4F8EF7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77721E-6C09-49E1-AA1A-892493D34DC7}"/>
              </a:ext>
            </a:extLst>
          </p:cNvPr>
          <p:cNvSpPr txBox="1"/>
          <p:nvPr/>
        </p:nvSpPr>
        <p:spPr>
          <a:xfrm>
            <a:off x="459997" y="994080"/>
            <a:ext cx="1039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Overview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24CA851-3E84-45D5-A025-18F31108BBA7}"/>
              </a:ext>
            </a:extLst>
          </p:cNvPr>
          <p:cNvSpPr txBox="1"/>
          <p:nvPr/>
        </p:nvSpPr>
        <p:spPr>
          <a:xfrm>
            <a:off x="459997" y="1414704"/>
            <a:ext cx="1039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Produit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B358C0F-0CD3-4571-9C11-761E5C3B3F5D}"/>
              </a:ext>
            </a:extLst>
          </p:cNvPr>
          <p:cNvSpPr txBox="1"/>
          <p:nvPr/>
        </p:nvSpPr>
        <p:spPr>
          <a:xfrm>
            <a:off x="450800" y="1786197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>
                <a:solidFill>
                  <a:schemeClr val="accent1"/>
                </a:solidFill>
                <a:latin typeface="Segoe UI Variable Text Semibold" pitchFamily="2" charset="0"/>
              </a:rPr>
              <a:t>Clients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752443AD-2EFF-4207-9FE2-4BD71A85B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5931" y="2228789"/>
            <a:ext cx="216000" cy="21600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E20B43A-34BA-47E9-A8BE-E4721C795C89}"/>
              </a:ext>
            </a:extLst>
          </p:cNvPr>
          <p:cNvSpPr txBox="1"/>
          <p:nvPr/>
        </p:nvSpPr>
        <p:spPr>
          <a:xfrm>
            <a:off x="432078" y="2225653"/>
            <a:ext cx="1432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Funnel</a:t>
            </a:r>
            <a:r>
              <a:rPr lang="fr-FR" sz="1200" dirty="0">
                <a:solidFill>
                  <a:srgbClr val="5A5F7D"/>
                </a:solidFill>
                <a:latin typeface="Segoe UI Variable Text Semibold" pitchFamily="2" charset="0"/>
              </a:rPr>
              <a:t> digital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5EE9332D-EC80-4716-AEFD-310781B94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25" y="2615671"/>
            <a:ext cx="216000" cy="216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F67AA7CC-E38E-4A97-918E-B01F1EA1097F}"/>
              </a:ext>
            </a:extLst>
          </p:cNvPr>
          <p:cNvSpPr txBox="1"/>
          <p:nvPr/>
        </p:nvSpPr>
        <p:spPr>
          <a:xfrm>
            <a:off x="421337" y="2585101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Satisfaction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630AF32-0569-4DBF-897E-FAD792325625}"/>
              </a:ext>
            </a:extLst>
          </p:cNvPr>
          <p:cNvSpPr/>
          <p:nvPr/>
        </p:nvSpPr>
        <p:spPr>
          <a:xfrm>
            <a:off x="2079770" y="887835"/>
            <a:ext cx="3203430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4142E26F-418C-4644-B8BF-82D75503CEE1}"/>
              </a:ext>
            </a:extLst>
          </p:cNvPr>
          <p:cNvSpPr/>
          <p:nvPr/>
        </p:nvSpPr>
        <p:spPr>
          <a:xfrm>
            <a:off x="2079771" y="2025882"/>
            <a:ext cx="5656770" cy="2465435"/>
          </a:xfrm>
          <a:prstGeom prst="roundRect">
            <a:avLst>
              <a:gd name="adj" fmla="val 5636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12DD8327-37E6-4948-A51F-4A2AA41A45C4}"/>
              </a:ext>
            </a:extLst>
          </p:cNvPr>
          <p:cNvSpPr/>
          <p:nvPr/>
        </p:nvSpPr>
        <p:spPr>
          <a:xfrm>
            <a:off x="2079770" y="4618223"/>
            <a:ext cx="9906005" cy="2006695"/>
          </a:xfrm>
          <a:prstGeom prst="roundRect">
            <a:avLst>
              <a:gd name="adj" fmla="val 4526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4C776BD4-FA5E-4ECA-AD8A-38EC0540D4B0}"/>
              </a:ext>
            </a:extLst>
          </p:cNvPr>
          <p:cNvSpPr/>
          <p:nvPr/>
        </p:nvSpPr>
        <p:spPr>
          <a:xfrm>
            <a:off x="7853041" y="2025880"/>
            <a:ext cx="4132734" cy="2465437"/>
          </a:xfrm>
          <a:prstGeom prst="roundRect">
            <a:avLst>
              <a:gd name="adj" fmla="val 4010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38F46D14-D271-4E36-B9B3-925AC8E6B6C1}"/>
              </a:ext>
            </a:extLst>
          </p:cNvPr>
          <p:cNvCxnSpPr/>
          <p:nvPr/>
        </p:nvCxnSpPr>
        <p:spPr>
          <a:xfrm flipH="1">
            <a:off x="-53791" y="663388"/>
            <a:ext cx="2017062" cy="0"/>
          </a:xfrm>
          <a:prstGeom prst="line">
            <a:avLst/>
          </a:prstGeom>
          <a:ln>
            <a:solidFill>
              <a:srgbClr val="8890A8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1BE17607-C8F1-434C-9946-72705C89E6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7" y="166623"/>
            <a:ext cx="495343" cy="388654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51872B42-0A59-4D5E-A1EC-93E3F97390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260" y="1008550"/>
            <a:ext cx="216000" cy="21600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36B77DC8-439A-4F53-8014-4047CFAD5C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25" y="1429885"/>
            <a:ext cx="216000" cy="216000"/>
          </a:xfrm>
          <a:prstGeom prst="rect">
            <a:avLst/>
          </a:prstGeom>
        </p:spPr>
      </p:pic>
      <p:pic>
        <p:nvPicPr>
          <p:cNvPr id="35" name="Image 19" descr="Avis des clients avec un remplissage uni">
            <a:extLst>
              <a:ext uri="{FF2B5EF4-FFF2-40B4-BE49-F238E27FC236}">
                <a16:creationId xmlns:a16="http://schemas.microsoft.com/office/drawing/2014/main" id="{947528E8-C93B-466E-96EA-1FDD350D9D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216078" y="1816767"/>
            <a:ext cx="216000" cy="216000"/>
          </a:xfrm>
          <a:prstGeom prst="rect">
            <a:avLst/>
          </a:prstGeom>
        </p:spPr>
      </p:pic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ECE3E4A5-EEBB-40AA-9CE6-F8587557943C}"/>
              </a:ext>
            </a:extLst>
          </p:cNvPr>
          <p:cNvSpPr/>
          <p:nvPr/>
        </p:nvSpPr>
        <p:spPr>
          <a:xfrm>
            <a:off x="5399700" y="902014"/>
            <a:ext cx="3203430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670CD21C-E9D9-4073-A401-81C54BD6009E}"/>
              </a:ext>
            </a:extLst>
          </p:cNvPr>
          <p:cNvSpPr/>
          <p:nvPr/>
        </p:nvSpPr>
        <p:spPr>
          <a:xfrm>
            <a:off x="8747070" y="902014"/>
            <a:ext cx="3203430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7930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FE3CFA-DCF9-4C40-A559-61ACACE8E89A}"/>
              </a:ext>
            </a:extLst>
          </p:cNvPr>
          <p:cNvSpPr/>
          <p:nvPr/>
        </p:nvSpPr>
        <p:spPr>
          <a:xfrm>
            <a:off x="-53789" y="0"/>
            <a:ext cx="12236823" cy="6858000"/>
          </a:xfrm>
          <a:prstGeom prst="rect">
            <a:avLst/>
          </a:prstGeom>
          <a:solidFill>
            <a:srgbClr val="F4F5F7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71B9FE-B1F5-4179-90BD-673FCA71FCDA}"/>
              </a:ext>
            </a:extLst>
          </p:cNvPr>
          <p:cNvSpPr/>
          <p:nvPr/>
        </p:nvSpPr>
        <p:spPr>
          <a:xfrm>
            <a:off x="-53791" y="0"/>
            <a:ext cx="2017061" cy="6858000"/>
          </a:xfrm>
          <a:prstGeom prst="rect">
            <a:avLst/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E42332-3DE9-4D0D-B31E-BD9A50D80B5B}"/>
              </a:ext>
            </a:extLst>
          </p:cNvPr>
          <p:cNvSpPr/>
          <p:nvPr/>
        </p:nvSpPr>
        <p:spPr>
          <a:xfrm>
            <a:off x="1963271" y="1"/>
            <a:ext cx="10219764" cy="663388"/>
          </a:xfrm>
          <a:prstGeom prst="rect">
            <a:avLst/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7C4FEED-1F59-4414-9F1F-E25EB6255BD3}"/>
              </a:ext>
            </a:extLst>
          </p:cNvPr>
          <p:cNvSpPr/>
          <p:nvPr/>
        </p:nvSpPr>
        <p:spPr>
          <a:xfrm>
            <a:off x="131791" y="2060964"/>
            <a:ext cx="1766048" cy="375031"/>
          </a:xfrm>
          <a:prstGeom prst="roundRect">
            <a:avLst/>
          </a:prstGeom>
          <a:solidFill>
            <a:srgbClr val="4F8EF7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77721E-6C09-49E1-AA1A-892493D34DC7}"/>
              </a:ext>
            </a:extLst>
          </p:cNvPr>
          <p:cNvSpPr txBox="1"/>
          <p:nvPr/>
        </p:nvSpPr>
        <p:spPr>
          <a:xfrm>
            <a:off x="459997" y="994080"/>
            <a:ext cx="1039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Overview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24CA851-3E84-45D5-A025-18F31108BBA7}"/>
              </a:ext>
            </a:extLst>
          </p:cNvPr>
          <p:cNvSpPr txBox="1"/>
          <p:nvPr/>
        </p:nvSpPr>
        <p:spPr>
          <a:xfrm>
            <a:off x="477679" y="1359550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Produit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B358C0F-0CD3-4571-9C11-761E5C3B3F5D}"/>
              </a:ext>
            </a:extLst>
          </p:cNvPr>
          <p:cNvSpPr txBox="1"/>
          <p:nvPr/>
        </p:nvSpPr>
        <p:spPr>
          <a:xfrm>
            <a:off x="493324" y="1712292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Clients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E20B43A-34BA-47E9-A8BE-E4721C795C89}"/>
              </a:ext>
            </a:extLst>
          </p:cNvPr>
          <p:cNvSpPr txBox="1"/>
          <p:nvPr/>
        </p:nvSpPr>
        <p:spPr>
          <a:xfrm>
            <a:off x="436910" y="2100454"/>
            <a:ext cx="1432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Funnel</a:t>
            </a:r>
            <a:r>
              <a:rPr lang="fr-FR" sz="1200" dirty="0">
                <a:solidFill>
                  <a:srgbClr val="5A5F7D"/>
                </a:solidFill>
                <a:latin typeface="Segoe UI Variable Text Semibold" pitchFamily="2" charset="0"/>
              </a:rPr>
              <a:t> digital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5EE9332D-EC80-4716-AEFD-310781B94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212" y="2587796"/>
            <a:ext cx="216000" cy="216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F67AA7CC-E38E-4A97-918E-B01F1EA1097F}"/>
              </a:ext>
            </a:extLst>
          </p:cNvPr>
          <p:cNvSpPr txBox="1"/>
          <p:nvPr/>
        </p:nvSpPr>
        <p:spPr>
          <a:xfrm>
            <a:off x="493324" y="2552532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Satisfaction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4142E26F-418C-4644-B8BF-82D75503CEE1}"/>
              </a:ext>
            </a:extLst>
          </p:cNvPr>
          <p:cNvSpPr/>
          <p:nvPr/>
        </p:nvSpPr>
        <p:spPr>
          <a:xfrm>
            <a:off x="2079771" y="2052917"/>
            <a:ext cx="3956962" cy="2673025"/>
          </a:xfrm>
          <a:prstGeom prst="roundRect">
            <a:avLst>
              <a:gd name="adj" fmla="val 5636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12DD8327-37E6-4948-A51F-4A2AA41A45C4}"/>
              </a:ext>
            </a:extLst>
          </p:cNvPr>
          <p:cNvSpPr/>
          <p:nvPr/>
        </p:nvSpPr>
        <p:spPr>
          <a:xfrm>
            <a:off x="2079770" y="4867817"/>
            <a:ext cx="9955294" cy="1757102"/>
          </a:xfrm>
          <a:prstGeom prst="roundRect">
            <a:avLst>
              <a:gd name="adj" fmla="val 4526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4C776BD4-FA5E-4ECA-AD8A-38EC0540D4B0}"/>
              </a:ext>
            </a:extLst>
          </p:cNvPr>
          <p:cNvSpPr/>
          <p:nvPr/>
        </p:nvSpPr>
        <p:spPr>
          <a:xfrm>
            <a:off x="6153234" y="2052917"/>
            <a:ext cx="5911807" cy="2673024"/>
          </a:xfrm>
          <a:prstGeom prst="roundRect">
            <a:avLst>
              <a:gd name="adj" fmla="val 4010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38F46D14-D271-4E36-B9B3-925AC8E6B6C1}"/>
              </a:ext>
            </a:extLst>
          </p:cNvPr>
          <p:cNvCxnSpPr/>
          <p:nvPr/>
        </p:nvCxnSpPr>
        <p:spPr>
          <a:xfrm flipH="1">
            <a:off x="-53791" y="663388"/>
            <a:ext cx="2017062" cy="0"/>
          </a:xfrm>
          <a:prstGeom prst="line">
            <a:avLst/>
          </a:prstGeom>
          <a:ln>
            <a:solidFill>
              <a:srgbClr val="8890A8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1BE17607-C8F1-434C-9946-72705C89E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7" y="166623"/>
            <a:ext cx="495343" cy="388654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51872B42-0A59-4D5E-A1EC-93E3F97390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260" y="1008550"/>
            <a:ext cx="216000" cy="21600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36B77DC8-439A-4F53-8014-4047CFAD5C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907" y="1374731"/>
            <a:ext cx="216000" cy="216000"/>
          </a:xfrm>
          <a:prstGeom prst="rect">
            <a:avLst/>
          </a:prstGeom>
        </p:spPr>
      </p:pic>
      <p:pic>
        <p:nvPicPr>
          <p:cNvPr id="33" name="Image 19" descr="Avis des clients avec un remplissage uni">
            <a:extLst>
              <a:ext uri="{FF2B5EF4-FFF2-40B4-BE49-F238E27FC236}">
                <a16:creationId xmlns:a16="http://schemas.microsoft.com/office/drawing/2014/main" id="{4EBC6425-55AF-4201-9254-6165D64185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49077" y="1742862"/>
            <a:ext cx="216000" cy="216000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3BACF550-C653-4645-9DFA-F49CC759A0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763" y="2112088"/>
            <a:ext cx="216000" cy="216000"/>
          </a:xfrm>
          <a:prstGeom prst="rect">
            <a:avLst/>
          </a:prstGeom>
        </p:spPr>
      </p:pic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7AD3F652-CCD3-4BCD-9835-9A4730777006}"/>
              </a:ext>
            </a:extLst>
          </p:cNvPr>
          <p:cNvSpPr/>
          <p:nvPr/>
        </p:nvSpPr>
        <p:spPr>
          <a:xfrm>
            <a:off x="2077789" y="887835"/>
            <a:ext cx="2378582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60AD9508-DDE9-4CE7-BD22-5C76710C5355}"/>
              </a:ext>
            </a:extLst>
          </p:cNvPr>
          <p:cNvSpPr/>
          <p:nvPr/>
        </p:nvSpPr>
        <p:spPr>
          <a:xfrm>
            <a:off x="4548728" y="899902"/>
            <a:ext cx="2468811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D211930A-88EF-4731-AD96-48752CE7B6D6}"/>
              </a:ext>
            </a:extLst>
          </p:cNvPr>
          <p:cNvSpPr/>
          <p:nvPr/>
        </p:nvSpPr>
        <p:spPr>
          <a:xfrm>
            <a:off x="7130411" y="915452"/>
            <a:ext cx="2468811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184F53FA-77B7-4982-B4F9-45D96EECF723}"/>
              </a:ext>
            </a:extLst>
          </p:cNvPr>
          <p:cNvSpPr/>
          <p:nvPr/>
        </p:nvSpPr>
        <p:spPr>
          <a:xfrm>
            <a:off x="9714221" y="922093"/>
            <a:ext cx="2320843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66033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FE3CFA-DCF9-4C40-A559-61ACACE8E89A}"/>
              </a:ext>
            </a:extLst>
          </p:cNvPr>
          <p:cNvSpPr/>
          <p:nvPr/>
        </p:nvSpPr>
        <p:spPr>
          <a:xfrm>
            <a:off x="-53789" y="0"/>
            <a:ext cx="12236823" cy="6858000"/>
          </a:xfrm>
          <a:prstGeom prst="rect">
            <a:avLst/>
          </a:prstGeom>
          <a:solidFill>
            <a:srgbClr val="F4F5F7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71B9FE-B1F5-4179-90BD-673FCA71FCDA}"/>
              </a:ext>
            </a:extLst>
          </p:cNvPr>
          <p:cNvSpPr/>
          <p:nvPr/>
        </p:nvSpPr>
        <p:spPr>
          <a:xfrm>
            <a:off x="-53791" y="0"/>
            <a:ext cx="2017061" cy="6858000"/>
          </a:xfrm>
          <a:prstGeom prst="rect">
            <a:avLst/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E42332-3DE9-4D0D-B31E-BD9A50D80B5B}"/>
              </a:ext>
            </a:extLst>
          </p:cNvPr>
          <p:cNvSpPr/>
          <p:nvPr/>
        </p:nvSpPr>
        <p:spPr>
          <a:xfrm>
            <a:off x="1963271" y="1"/>
            <a:ext cx="10219764" cy="663388"/>
          </a:xfrm>
          <a:prstGeom prst="rect">
            <a:avLst/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77721E-6C09-49E1-AA1A-892493D34DC7}"/>
              </a:ext>
            </a:extLst>
          </p:cNvPr>
          <p:cNvSpPr txBox="1"/>
          <p:nvPr/>
        </p:nvSpPr>
        <p:spPr>
          <a:xfrm>
            <a:off x="459997" y="1008550"/>
            <a:ext cx="10399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Overview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24CA851-3E84-45D5-A025-18F31108BBA7}"/>
              </a:ext>
            </a:extLst>
          </p:cNvPr>
          <p:cNvSpPr txBox="1"/>
          <p:nvPr/>
        </p:nvSpPr>
        <p:spPr>
          <a:xfrm>
            <a:off x="459997" y="1414704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Produit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B358C0F-0CD3-4571-9C11-761E5C3B3F5D}"/>
              </a:ext>
            </a:extLst>
          </p:cNvPr>
          <p:cNvSpPr txBox="1"/>
          <p:nvPr/>
        </p:nvSpPr>
        <p:spPr>
          <a:xfrm>
            <a:off x="459897" y="1785784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Clients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E20B43A-34BA-47E9-A8BE-E4721C795C89}"/>
              </a:ext>
            </a:extLst>
          </p:cNvPr>
          <p:cNvSpPr txBox="1"/>
          <p:nvPr/>
        </p:nvSpPr>
        <p:spPr>
          <a:xfrm>
            <a:off x="450190" y="2158955"/>
            <a:ext cx="1415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Funnel</a:t>
            </a:r>
            <a:r>
              <a:rPr lang="fr-FR" sz="1200" dirty="0">
                <a:solidFill>
                  <a:srgbClr val="5A5F7D"/>
                </a:solidFill>
                <a:latin typeface="Segoe UI Variable Text Semibold" pitchFamily="2" charset="0"/>
              </a:rPr>
              <a:t> digital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67AA7CC-E38E-4A97-918E-B01F1EA1097F}"/>
              </a:ext>
            </a:extLst>
          </p:cNvPr>
          <p:cNvSpPr txBox="1"/>
          <p:nvPr/>
        </p:nvSpPr>
        <p:spPr>
          <a:xfrm>
            <a:off x="421337" y="2585101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Satisfaction</a:t>
            </a:r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4142E26F-418C-4644-B8BF-82D75503CEE1}"/>
              </a:ext>
            </a:extLst>
          </p:cNvPr>
          <p:cNvSpPr/>
          <p:nvPr/>
        </p:nvSpPr>
        <p:spPr>
          <a:xfrm>
            <a:off x="2079771" y="2052917"/>
            <a:ext cx="5656770" cy="2603749"/>
          </a:xfrm>
          <a:prstGeom prst="roundRect">
            <a:avLst>
              <a:gd name="adj" fmla="val 5636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12DD8327-37E6-4948-A51F-4A2AA41A45C4}"/>
              </a:ext>
            </a:extLst>
          </p:cNvPr>
          <p:cNvSpPr/>
          <p:nvPr/>
        </p:nvSpPr>
        <p:spPr>
          <a:xfrm>
            <a:off x="2079770" y="4749800"/>
            <a:ext cx="9955294" cy="1875118"/>
          </a:xfrm>
          <a:prstGeom prst="roundRect">
            <a:avLst>
              <a:gd name="adj" fmla="val 4526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4C776BD4-FA5E-4ECA-AD8A-38EC0540D4B0}"/>
              </a:ext>
            </a:extLst>
          </p:cNvPr>
          <p:cNvSpPr/>
          <p:nvPr/>
        </p:nvSpPr>
        <p:spPr>
          <a:xfrm>
            <a:off x="7853041" y="2052916"/>
            <a:ext cx="4212000" cy="2603749"/>
          </a:xfrm>
          <a:prstGeom prst="roundRect">
            <a:avLst>
              <a:gd name="adj" fmla="val 4010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38F46D14-D271-4E36-B9B3-925AC8E6B6C1}"/>
              </a:ext>
            </a:extLst>
          </p:cNvPr>
          <p:cNvCxnSpPr/>
          <p:nvPr/>
        </p:nvCxnSpPr>
        <p:spPr>
          <a:xfrm flipH="1">
            <a:off x="-53791" y="663388"/>
            <a:ext cx="2017062" cy="0"/>
          </a:xfrm>
          <a:prstGeom prst="line">
            <a:avLst/>
          </a:prstGeom>
          <a:ln>
            <a:solidFill>
              <a:srgbClr val="8890A8">
                <a:alpha val="3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1BE17607-C8F1-434C-9946-72705C89E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7" y="166623"/>
            <a:ext cx="495343" cy="388654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51872B42-0A59-4D5E-A1EC-93E3F9739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260" y="1008550"/>
            <a:ext cx="216000" cy="216000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36B77DC8-439A-4F53-8014-4047CFAD5C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225" y="1428501"/>
            <a:ext cx="216000" cy="216000"/>
          </a:xfrm>
          <a:prstGeom prst="rect">
            <a:avLst/>
          </a:prstGeom>
        </p:spPr>
      </p:pic>
      <p:pic>
        <p:nvPicPr>
          <p:cNvPr id="33" name="Image 19" descr="Avis des clients avec un remplissage uni">
            <a:extLst>
              <a:ext uri="{FF2B5EF4-FFF2-40B4-BE49-F238E27FC236}">
                <a16:creationId xmlns:a16="http://schemas.microsoft.com/office/drawing/2014/main" id="{4EBC6425-55AF-4201-9254-6165D64185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6078" y="1816975"/>
            <a:ext cx="216000" cy="216000"/>
          </a:xfrm>
          <a:prstGeom prst="rect">
            <a:avLst/>
          </a:prstGeom>
        </p:spPr>
      </p:pic>
      <p:sp>
        <p:nvSpPr>
          <p:cNvPr id="46" name="ZoneTexte 45">
            <a:extLst>
              <a:ext uri="{FF2B5EF4-FFF2-40B4-BE49-F238E27FC236}">
                <a16:creationId xmlns:a16="http://schemas.microsoft.com/office/drawing/2014/main" id="{325C6078-9BDC-48D2-9310-3AB42462A414}"/>
              </a:ext>
            </a:extLst>
          </p:cNvPr>
          <p:cNvSpPr txBox="1"/>
          <p:nvPr/>
        </p:nvSpPr>
        <p:spPr>
          <a:xfrm>
            <a:off x="459897" y="1409543"/>
            <a:ext cx="10399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>
                <a:solidFill>
                  <a:srgbClr val="5A5F7D"/>
                </a:solidFill>
                <a:latin typeface="Segoe UI Variable Text Semibold" pitchFamily="2" charset="0"/>
              </a:rPr>
              <a:t>Produit</a:t>
            </a: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4CCAEA3D-D108-4AC7-8880-C339745EE81C}"/>
              </a:ext>
            </a:extLst>
          </p:cNvPr>
          <p:cNvSpPr/>
          <p:nvPr/>
        </p:nvSpPr>
        <p:spPr>
          <a:xfrm>
            <a:off x="96826" y="2524543"/>
            <a:ext cx="1766048" cy="375031"/>
          </a:xfrm>
          <a:prstGeom prst="roundRect">
            <a:avLst/>
          </a:prstGeom>
          <a:solidFill>
            <a:srgbClr val="4F8EF7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4C7E9EAD-B428-4DF9-A4FB-9E9DF077F3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4043" y="2172541"/>
            <a:ext cx="216000" cy="216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BC370C2-3B9F-43EA-B832-2C138AFBA2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25" y="2595052"/>
            <a:ext cx="243965" cy="243965"/>
          </a:xfrm>
          <a:prstGeom prst="rect">
            <a:avLst/>
          </a:prstGeom>
        </p:spPr>
      </p:pic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4BFBE787-E05C-4B95-B9EB-62690852DFEF}"/>
              </a:ext>
            </a:extLst>
          </p:cNvPr>
          <p:cNvSpPr/>
          <p:nvPr/>
        </p:nvSpPr>
        <p:spPr>
          <a:xfrm>
            <a:off x="2077789" y="887835"/>
            <a:ext cx="2378582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3FE92A4F-8648-4912-8D3B-358413356FE3}"/>
              </a:ext>
            </a:extLst>
          </p:cNvPr>
          <p:cNvSpPr/>
          <p:nvPr/>
        </p:nvSpPr>
        <p:spPr>
          <a:xfrm>
            <a:off x="4548728" y="899902"/>
            <a:ext cx="2468811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4257D498-CECB-4CB3-B2CB-08638E571D6D}"/>
              </a:ext>
            </a:extLst>
          </p:cNvPr>
          <p:cNvSpPr/>
          <p:nvPr/>
        </p:nvSpPr>
        <p:spPr>
          <a:xfrm>
            <a:off x="7130411" y="915452"/>
            <a:ext cx="2468811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223117E3-6E4E-438F-B61A-8916958C0AD7}"/>
              </a:ext>
            </a:extLst>
          </p:cNvPr>
          <p:cNvSpPr/>
          <p:nvPr/>
        </p:nvSpPr>
        <p:spPr>
          <a:xfrm>
            <a:off x="9714221" y="922093"/>
            <a:ext cx="2320843" cy="1011141"/>
          </a:xfrm>
          <a:prstGeom prst="roundRect">
            <a:avLst>
              <a:gd name="adj" fmla="val 10461"/>
            </a:avLst>
          </a:prstGeom>
          <a:solidFill>
            <a:schemeClr val="bg1"/>
          </a:solidFill>
          <a:ln>
            <a:solidFill>
              <a:srgbClr val="E8E9EC">
                <a:alpha val="29804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86028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3283</TotalTime>
  <Words>31</Words>
  <Application>Microsoft Office PowerPoint</Application>
  <PresentationFormat>Grand écran</PresentationFormat>
  <Paragraphs>26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UI Variable Text Semibold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SOUMAHORO Youssouf</dc:creator>
  <cp:lastModifiedBy>SOUMAHORO Youssouf</cp:lastModifiedBy>
  <cp:revision>23</cp:revision>
  <dcterms:created xsi:type="dcterms:W3CDTF">2026-03-21T00:55:49Z</dcterms:created>
  <dcterms:modified xsi:type="dcterms:W3CDTF">2026-04-02T17:55:54Z</dcterms:modified>
</cp:coreProperties>
</file>