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138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9922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F14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61520" cy="13716"/>
          </a:xfrm>
          <a:prstGeom prst="rect">
            <a:avLst/>
          </a:prstGeom>
          <a:solidFill>
            <a:srgbClr val="232A33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6459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E5F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1463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LogiTrack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114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Supply Chain Analytics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Vue Executive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640080"/>
            <a:ext cx="9144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Corridors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5216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Transporteurs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0664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CSAT &amp; Qualité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6968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Alertes ML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515600" y="201168"/>
            <a:ext cx="1280160" cy="384048"/>
          </a:xfrm>
          <a:prstGeom prst="roundRect">
            <a:avLst>
              <a:gd name="adj" fmla="val 11905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24160" y="20116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	📅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1874520"/>
            <a:ext cx="11247120" cy="502920"/>
          </a:xfrm>
          <a:prstGeom prst="roundRect">
            <a:avLst>
              <a:gd name="adj" fmla="val 10909"/>
            </a:avLst>
          </a:prstGeom>
          <a:solidFill>
            <a:srgbClr val="FF4D6D">
              <a:alpha val="20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606040"/>
            <a:ext cx="2697480" cy="1325880"/>
          </a:xfrm>
          <a:prstGeom prst="roundRect">
            <a:avLst>
              <a:gd name="adj" fmla="val 6897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2807208"/>
            <a:ext cx="502920" cy="502920"/>
          </a:xfrm>
          <a:prstGeom prst="ellipse">
            <a:avLst/>
          </a:prstGeom>
          <a:solidFill>
            <a:srgbClr val="00E5FF">
              <a:alpha val="2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04088" y="2871216"/>
            <a:ext cx="374904" cy="374904"/>
          </a:xfrm>
          <a:prstGeom prst="ellipse">
            <a:avLst/>
          </a:prstGeom>
          <a:solidFill>
            <a:srgbClr val="00E5FF">
              <a:alpha val="15000"/>
            </a:srgbClr>
          </a:solidFill>
          <a:ln w="15875">
            <a:solidFill>
              <a:srgbClr val="00E5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" y="2871216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🚚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91840" y="2606040"/>
            <a:ext cx="2697480" cy="1325880"/>
          </a:xfrm>
          <a:prstGeom prst="roundRect">
            <a:avLst>
              <a:gd name="adj" fmla="val 6897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74720" y="2807208"/>
            <a:ext cx="502920" cy="502920"/>
          </a:xfrm>
          <a:prstGeom prst="ellipse">
            <a:avLst/>
          </a:prstGeom>
          <a:solidFill>
            <a:srgbClr val="FF4D6D">
              <a:alpha val="2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3538728" y="2871216"/>
            <a:ext cx="374904" cy="374904"/>
          </a:xfrm>
          <a:prstGeom prst="ellipse">
            <a:avLst/>
          </a:prstGeom>
          <a:solidFill>
            <a:srgbClr val="FF4D6D">
              <a:alpha val="15000"/>
            </a:srgbClr>
          </a:solidFill>
          <a:ln w="15875">
            <a:solidFill>
              <a:srgbClr val="FF4D6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38728" y="2871216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4D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26480" y="2606040"/>
            <a:ext cx="2697480" cy="1325880"/>
          </a:xfrm>
          <a:prstGeom prst="roundRect">
            <a:avLst>
              <a:gd name="adj" fmla="val 6897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09360" y="2807208"/>
            <a:ext cx="502920" cy="502920"/>
          </a:xfrm>
          <a:prstGeom prst="ellipse">
            <a:avLst/>
          </a:prstGeom>
          <a:solidFill>
            <a:srgbClr val="10D9A3">
              <a:alpha val="2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373368" y="2871216"/>
            <a:ext cx="374904" cy="374904"/>
          </a:xfrm>
          <a:prstGeom prst="ellipse">
            <a:avLst/>
          </a:prstGeom>
          <a:solidFill>
            <a:srgbClr val="10D9A3">
              <a:alpha val="15000"/>
            </a:srgbClr>
          </a:solidFill>
          <a:ln w="15875">
            <a:solidFill>
              <a:srgbClr val="10D9A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73368" y="2871216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0D9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961120" y="2606040"/>
            <a:ext cx="2697480" cy="1325880"/>
          </a:xfrm>
          <a:prstGeom prst="roundRect">
            <a:avLst>
              <a:gd name="adj" fmla="val 6897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144000" y="2807208"/>
            <a:ext cx="502920" cy="502920"/>
          </a:xfrm>
          <a:prstGeom prst="ellipse">
            <a:avLst/>
          </a:prstGeom>
          <a:solidFill>
            <a:srgbClr val="FFB547">
              <a:alpha val="2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9208008" y="2871216"/>
            <a:ext cx="374904" cy="374904"/>
          </a:xfrm>
          <a:prstGeom prst="ellipse">
            <a:avLst/>
          </a:prstGeom>
          <a:solidFill>
            <a:srgbClr val="FFB547">
              <a:alpha val="15000"/>
            </a:srgbClr>
          </a:solidFill>
          <a:ln w="15875">
            <a:solidFill>
              <a:srgbClr val="FFB54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208008" y="2871216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B5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💰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57200" y="4114800"/>
            <a:ext cx="5577840" cy="2286000"/>
          </a:xfrm>
          <a:prstGeom prst="roundRect">
            <a:avLst>
              <a:gd name="adj" fmla="val 4000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217920" y="411480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pic>
        <p:nvPicPr>
          <p:cNvPr id="61" name="Graphique 60" descr="Camion avec un remplissage uni">
            <a:extLst>
              <a:ext uri="{FF2B5EF4-FFF2-40B4-BE49-F238E27FC236}">
                <a16:creationId xmlns:a16="http://schemas.microsoft.com/office/drawing/2014/main" id="{3F59C279-9230-4B56-9BFE-B7EECB25EA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5772" y="201002"/>
            <a:ext cx="328083" cy="32808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F14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61520" cy="13716"/>
          </a:xfrm>
          <a:prstGeom prst="rect">
            <a:avLst/>
          </a:prstGeom>
          <a:solidFill>
            <a:srgbClr val="232A33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47659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E5F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1463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LogiTrack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114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Supply Chain Analytics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Vue Executive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Corridors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640080"/>
            <a:ext cx="9144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Transporteurs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0664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CSAT &amp; Qualité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6968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Alertes ML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332720" y="201168"/>
            <a:ext cx="1463040" cy="384048"/>
          </a:xfrm>
          <a:prstGeom prst="roundRect">
            <a:avLst>
              <a:gd name="adj" fmla="val 11905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332720" y="20116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	📅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1828800"/>
            <a:ext cx="5669280" cy="2468880"/>
          </a:xfrm>
          <a:prstGeom prst="roundRect">
            <a:avLst>
              <a:gd name="adj" fmla="val 3704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217920" y="1828800"/>
            <a:ext cx="5486400" cy="2468880"/>
          </a:xfrm>
          <a:prstGeom prst="roundRect">
            <a:avLst>
              <a:gd name="adj" fmla="val 3704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11480" y="4445848"/>
            <a:ext cx="11247120" cy="2000671"/>
          </a:xfrm>
          <a:prstGeom prst="roundRect">
            <a:avLst>
              <a:gd name="adj" fmla="val 5000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72" name="Graphique 71" descr="Camion avec un remplissage uni">
            <a:extLst>
              <a:ext uri="{FF2B5EF4-FFF2-40B4-BE49-F238E27FC236}">
                <a16:creationId xmlns:a16="http://schemas.microsoft.com/office/drawing/2014/main" id="{DC5F46D7-7D19-4473-8E23-2468A5BA9C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5772" y="199562"/>
            <a:ext cx="328083" cy="32808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F14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61520" cy="13716"/>
          </a:xfrm>
          <a:prstGeom prst="rect">
            <a:avLst/>
          </a:prstGeom>
          <a:solidFill>
            <a:srgbClr val="232A33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4765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E5F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1463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LogiTrack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114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Supply Chain Analytics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Vue Executive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Corridors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85216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Transporteurs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52160" y="640080"/>
            <a:ext cx="9144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2" name="Text 10"/>
          <p:cNvSpPr/>
          <p:nvPr/>
        </p:nvSpPr>
        <p:spPr>
          <a:xfrm>
            <a:off x="740664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CSAT &amp; Qualité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6968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Alertes ML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332720" y="201168"/>
            <a:ext cx="1463040" cy="384048"/>
          </a:xfrm>
          <a:prstGeom prst="roundRect">
            <a:avLst>
              <a:gd name="adj" fmla="val 11905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24160" y="20116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	📅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1828800"/>
            <a:ext cx="3657600" cy="1280160"/>
          </a:xfrm>
          <a:prstGeom prst="roundRect">
            <a:avLst>
              <a:gd name="adj" fmla="val 7143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029968"/>
            <a:ext cx="502920" cy="502920"/>
          </a:xfrm>
          <a:prstGeom prst="ellipse">
            <a:avLst/>
          </a:prstGeom>
          <a:solidFill>
            <a:srgbClr val="00E5FF">
              <a:alpha val="2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04088" y="2093976"/>
            <a:ext cx="374904" cy="374904"/>
          </a:xfrm>
          <a:prstGeom prst="ellipse">
            <a:avLst/>
          </a:prstGeom>
          <a:solidFill>
            <a:srgbClr val="00E5FF">
              <a:alpha val="15000"/>
            </a:srgbClr>
          </a:solidFill>
          <a:ln w="15875">
            <a:solidFill>
              <a:srgbClr val="00E5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" y="2093976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🚛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97680" y="1828800"/>
            <a:ext cx="3657600" cy="1280160"/>
          </a:xfrm>
          <a:prstGeom prst="roundRect">
            <a:avLst>
              <a:gd name="adj" fmla="val 7143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0560" y="2029968"/>
            <a:ext cx="502920" cy="502920"/>
          </a:xfrm>
          <a:prstGeom prst="ellipse">
            <a:avLst/>
          </a:prstGeom>
          <a:solidFill>
            <a:srgbClr val="FF4D6D">
              <a:alpha val="2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544568" y="2093976"/>
            <a:ext cx="374904" cy="374904"/>
          </a:xfrm>
          <a:prstGeom prst="ellipse">
            <a:avLst/>
          </a:prstGeom>
          <a:solidFill>
            <a:srgbClr val="FF4D6D">
              <a:alpha val="15000"/>
            </a:srgbClr>
          </a:solidFill>
          <a:ln w="15875">
            <a:solidFill>
              <a:srgbClr val="FF4D6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44568" y="2093976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4D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⏱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138160" y="1828800"/>
            <a:ext cx="3657600" cy="1280160"/>
          </a:xfrm>
          <a:prstGeom prst="roundRect">
            <a:avLst>
              <a:gd name="adj" fmla="val 7143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21040" y="2029968"/>
            <a:ext cx="502920" cy="502920"/>
          </a:xfrm>
          <a:prstGeom prst="ellipse">
            <a:avLst/>
          </a:prstGeom>
          <a:solidFill>
            <a:srgbClr val="FFB547">
              <a:alpha val="2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8385048" y="2093976"/>
            <a:ext cx="374904" cy="374904"/>
          </a:xfrm>
          <a:prstGeom prst="ellipse">
            <a:avLst/>
          </a:prstGeom>
          <a:solidFill>
            <a:srgbClr val="FFB547">
              <a:alpha val="15000"/>
            </a:srgbClr>
          </a:solidFill>
          <a:ln w="15875">
            <a:solidFill>
              <a:srgbClr val="FFB54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85048" y="2093976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B5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💸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57200" y="3291840"/>
            <a:ext cx="5669280" cy="3108960"/>
          </a:xfrm>
          <a:prstGeom prst="roundRect">
            <a:avLst>
              <a:gd name="adj" fmla="val 2941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400800" y="3285406"/>
            <a:ext cx="5394960" cy="3108960"/>
          </a:xfrm>
          <a:prstGeom prst="roundRect">
            <a:avLst>
              <a:gd name="adj" fmla="val 2941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pic>
        <p:nvPicPr>
          <p:cNvPr id="83" name="Graphique 82" descr="Camion avec un remplissage uni">
            <a:extLst>
              <a:ext uri="{FF2B5EF4-FFF2-40B4-BE49-F238E27FC236}">
                <a16:creationId xmlns:a16="http://schemas.microsoft.com/office/drawing/2014/main" id="{A5F56DEA-0246-4123-BB9C-BCFE7EFFD7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5772" y="199562"/>
            <a:ext cx="328083" cy="3280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6933"/>
            <a:ext cx="12161520" cy="777240"/>
          </a:xfrm>
          <a:prstGeom prst="rect">
            <a:avLst/>
          </a:prstGeom>
          <a:solidFill>
            <a:srgbClr val="0F14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61520" cy="13716"/>
          </a:xfrm>
          <a:prstGeom prst="rect">
            <a:avLst/>
          </a:prstGeom>
          <a:solidFill>
            <a:srgbClr val="232A33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6459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E5F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1463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LogiTrack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114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Supply Chain Analytics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Vue Executive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Corridors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85216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Transporteurs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0664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CSAT &amp; Qualité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06640" y="640080"/>
            <a:ext cx="9144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3" name="Text 11"/>
          <p:cNvSpPr/>
          <p:nvPr/>
        </p:nvSpPr>
        <p:spPr>
          <a:xfrm>
            <a:off x="886968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Alertes ML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241280" y="201168"/>
            <a:ext cx="1554480" cy="384048"/>
          </a:xfrm>
          <a:prstGeom prst="roundRect">
            <a:avLst>
              <a:gd name="adj" fmla="val 11905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160000" y="201168"/>
            <a:ext cx="163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	📅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1828800"/>
            <a:ext cx="3657600" cy="1280160"/>
          </a:xfrm>
          <a:prstGeom prst="roundRect">
            <a:avLst>
              <a:gd name="adj" fmla="val 7143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029968"/>
            <a:ext cx="502920" cy="502920"/>
          </a:xfrm>
          <a:prstGeom prst="ellipse">
            <a:avLst/>
          </a:prstGeom>
          <a:solidFill>
            <a:srgbClr val="10D9A3">
              <a:alpha val="2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04088" y="2093976"/>
            <a:ext cx="374904" cy="374904"/>
          </a:xfrm>
          <a:prstGeom prst="ellipse">
            <a:avLst/>
          </a:prstGeom>
          <a:solidFill>
            <a:srgbClr val="10D9A3">
              <a:alpha val="15000"/>
            </a:srgbClr>
          </a:solidFill>
          <a:ln w="15875">
            <a:solidFill>
              <a:srgbClr val="10D9A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" y="2093976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0D9A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⭐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97680" y="1828800"/>
            <a:ext cx="3657600" cy="1280160"/>
          </a:xfrm>
          <a:prstGeom prst="roundRect">
            <a:avLst>
              <a:gd name="adj" fmla="val 7143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80560" y="2029968"/>
            <a:ext cx="502920" cy="502920"/>
          </a:xfrm>
          <a:prstGeom prst="ellipse">
            <a:avLst/>
          </a:prstGeom>
          <a:solidFill>
            <a:srgbClr val="00E5FF">
              <a:alpha val="2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544568" y="2093976"/>
            <a:ext cx="374904" cy="374904"/>
          </a:xfrm>
          <a:prstGeom prst="ellipse">
            <a:avLst/>
          </a:prstGeom>
          <a:solidFill>
            <a:srgbClr val="00E5FF">
              <a:alpha val="15000"/>
            </a:srgbClr>
          </a:solidFill>
          <a:ln w="15875">
            <a:solidFill>
              <a:srgbClr val="00E5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44568" y="2093976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138160" y="1828800"/>
            <a:ext cx="3657600" cy="1280160"/>
          </a:xfrm>
          <a:prstGeom prst="roundRect">
            <a:avLst>
              <a:gd name="adj" fmla="val 7143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21040" y="2029968"/>
            <a:ext cx="502920" cy="502920"/>
          </a:xfrm>
          <a:prstGeom prst="ellipse">
            <a:avLst/>
          </a:prstGeom>
          <a:solidFill>
            <a:srgbClr val="FF4D6D">
              <a:alpha val="2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8385048" y="2093976"/>
            <a:ext cx="374904" cy="374904"/>
          </a:xfrm>
          <a:prstGeom prst="ellipse">
            <a:avLst/>
          </a:prstGeom>
          <a:solidFill>
            <a:srgbClr val="FF4D6D">
              <a:alpha val="15000"/>
            </a:srgbClr>
          </a:solidFill>
          <a:ln w="15875">
            <a:solidFill>
              <a:srgbClr val="FF4D6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85048" y="2093976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4D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🚨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57200" y="3291840"/>
            <a:ext cx="6858000" cy="3337560"/>
          </a:xfrm>
          <a:prstGeom prst="roundRect">
            <a:avLst>
              <a:gd name="adj" fmla="val 2941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589520" y="3291840"/>
            <a:ext cx="4206240" cy="3337560"/>
          </a:xfrm>
          <a:prstGeom prst="roundRect">
            <a:avLst>
              <a:gd name="adj" fmla="val 2941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pic>
        <p:nvPicPr>
          <p:cNvPr id="83" name="Graphique 82" descr="Camion avec un remplissage uni">
            <a:extLst>
              <a:ext uri="{FF2B5EF4-FFF2-40B4-BE49-F238E27FC236}">
                <a16:creationId xmlns:a16="http://schemas.microsoft.com/office/drawing/2014/main" id="{3EF391DB-C989-419D-A860-D3ADF1D8CF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5772" y="241897"/>
            <a:ext cx="328083" cy="3280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77240"/>
          </a:xfrm>
          <a:prstGeom prst="rect">
            <a:avLst/>
          </a:prstGeom>
          <a:solidFill>
            <a:srgbClr val="0F14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12161520" cy="13716"/>
          </a:xfrm>
          <a:prstGeom prst="rect">
            <a:avLst/>
          </a:prstGeom>
          <a:solidFill>
            <a:srgbClr val="232A33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6459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E5FF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64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1463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LogiTrack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114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Supply Chain Analytics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Vue Executive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Corridors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85216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Transporteurs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0664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A5B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CSAT &amp; Qualité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869680" y="228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Alertes ML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869680" y="640080"/>
            <a:ext cx="9144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4" name="Shape 12"/>
          <p:cNvSpPr/>
          <p:nvPr/>
        </p:nvSpPr>
        <p:spPr>
          <a:xfrm>
            <a:off x="10241280" y="201168"/>
            <a:ext cx="1554480" cy="384048"/>
          </a:xfrm>
          <a:prstGeom prst="roundRect">
            <a:avLst>
              <a:gd name="adj" fmla="val 11905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15" name="Text 13"/>
          <p:cNvSpPr/>
          <p:nvPr/>
        </p:nvSpPr>
        <p:spPr>
          <a:xfrm>
            <a:off x="10195560" y="201168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	📅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1874520"/>
            <a:ext cx="11247120" cy="502920"/>
          </a:xfrm>
          <a:prstGeom prst="roundRect">
            <a:avLst>
              <a:gd name="adj" fmla="val 10909"/>
            </a:avLst>
          </a:prstGeom>
          <a:solidFill>
            <a:srgbClr val="FF4D6D">
              <a:alpha val="20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606040"/>
            <a:ext cx="3657600" cy="1280160"/>
          </a:xfrm>
          <a:prstGeom prst="roundRect">
            <a:avLst>
              <a:gd name="adj" fmla="val 7143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2807208"/>
            <a:ext cx="502920" cy="502920"/>
          </a:xfrm>
          <a:prstGeom prst="ellipse">
            <a:avLst/>
          </a:prstGeom>
          <a:solidFill>
            <a:srgbClr val="FF4D6D">
              <a:alpha val="2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04088" y="2871216"/>
            <a:ext cx="374904" cy="374904"/>
          </a:xfrm>
          <a:prstGeom prst="ellipse">
            <a:avLst/>
          </a:prstGeom>
          <a:solidFill>
            <a:srgbClr val="FF4D6D">
              <a:alpha val="15000"/>
            </a:srgbClr>
          </a:solidFill>
          <a:ln w="15875">
            <a:solidFill>
              <a:srgbClr val="FF4D6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" y="2871216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4D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🔴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297680" y="2606040"/>
            <a:ext cx="3657600" cy="1280160"/>
          </a:xfrm>
          <a:prstGeom prst="roundRect">
            <a:avLst>
              <a:gd name="adj" fmla="val 7143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80560" y="2807208"/>
            <a:ext cx="502920" cy="502920"/>
          </a:xfrm>
          <a:prstGeom prst="ellipse">
            <a:avLst/>
          </a:prstGeom>
          <a:solidFill>
            <a:srgbClr val="FFB547">
              <a:alpha val="2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544568" y="2871216"/>
            <a:ext cx="374904" cy="374904"/>
          </a:xfrm>
          <a:prstGeom prst="ellipse">
            <a:avLst/>
          </a:prstGeom>
          <a:solidFill>
            <a:srgbClr val="FFB547">
              <a:alpha val="15000"/>
            </a:srgbClr>
          </a:solidFill>
          <a:ln w="15875">
            <a:solidFill>
              <a:srgbClr val="FFB54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44568" y="2871216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B54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🟠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138160" y="2606040"/>
            <a:ext cx="3657600" cy="1280160"/>
          </a:xfrm>
          <a:prstGeom prst="roundRect">
            <a:avLst>
              <a:gd name="adj" fmla="val 7143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21040" y="2807208"/>
            <a:ext cx="502920" cy="502920"/>
          </a:xfrm>
          <a:prstGeom prst="ellipse">
            <a:avLst/>
          </a:prstGeom>
          <a:solidFill>
            <a:srgbClr val="00E5FF">
              <a:alpha val="2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385048" y="2871216"/>
            <a:ext cx="374904" cy="374904"/>
          </a:xfrm>
          <a:prstGeom prst="ellipse">
            <a:avLst/>
          </a:prstGeom>
          <a:solidFill>
            <a:srgbClr val="00E5FF">
              <a:alpha val="15000"/>
            </a:srgbClr>
          </a:solidFill>
          <a:ln w="15875">
            <a:solidFill>
              <a:srgbClr val="00E5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85048" y="2871216"/>
            <a:ext cx="374904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E5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📊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14773" y="4069080"/>
            <a:ext cx="8229600" cy="2560320"/>
          </a:xfrm>
          <a:prstGeom prst="roundRect">
            <a:avLst>
              <a:gd name="adj" fmla="val 3922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8961120" y="4069080"/>
            <a:ext cx="2834640" cy="2560320"/>
          </a:xfrm>
          <a:prstGeom prst="roundRect">
            <a:avLst>
              <a:gd name="adj" fmla="val 3922"/>
            </a:avLst>
          </a:prstGeom>
          <a:solidFill>
            <a:srgbClr val="1A1F26"/>
          </a:solidFill>
          <a:ln w="9525">
            <a:solidFill>
              <a:srgbClr val="232A33"/>
            </a:solidFill>
            <a:prstDash val="solid"/>
          </a:ln>
        </p:spPr>
      </p:sp>
      <p:pic>
        <p:nvPicPr>
          <p:cNvPr id="116" name="Graphique 115" descr="Camion avec un remplissage uni">
            <a:extLst>
              <a:ext uri="{FF2B5EF4-FFF2-40B4-BE49-F238E27FC236}">
                <a16:creationId xmlns:a16="http://schemas.microsoft.com/office/drawing/2014/main" id="{2A67BB57-3514-4DCE-9950-98F13823DC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5772" y="241897"/>
            <a:ext cx="328083" cy="32808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</TotalTime>
  <Words>93</Words>
  <Application>Microsoft Office PowerPoint</Application>
  <PresentationFormat>Grand écran</PresentationFormat>
  <Paragraphs>58</Paragraphs>
  <Slides>5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9" baseType="lpstr">
      <vt:lpstr>Arial</vt:lpstr>
      <vt:lpstr>Calibri</vt:lpstr>
      <vt:lpstr>Inter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LogiTrack — Supply Chain Analytics (Dark)</dc:title>
  <dc:subject>PptxGenJS Presentation</dc:subject>
  <dc:creator>DataProjectLab</dc:creator>
  <cp:lastModifiedBy>soum youss</cp:lastModifiedBy>
  <cp:revision>9</cp:revision>
  <dcterms:created xsi:type="dcterms:W3CDTF">2026-04-26T12:31:54Z</dcterms:created>
  <dcterms:modified xsi:type="dcterms:W3CDTF">2026-04-27T07:03:53Z</dcterms:modified>
</cp:coreProperties>
</file>