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5" autoAdjust="0"/>
    <p:restoredTop sz="88966" autoAdjust="0"/>
  </p:normalViewPr>
  <p:slideViewPr>
    <p:cSldViewPr snapToGrid="0" snapToObjects="1">
      <p:cViewPr varScale="1">
        <p:scale>
          <a:sx n="100" d="100"/>
          <a:sy n="100" d="100"/>
        </p:scale>
        <p:origin x="7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68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280160"/>
            <a:ext cx="4754880" cy="4754880"/>
          </a:xfrm>
          <a:prstGeom prst="ellipse">
            <a:avLst/>
          </a:prstGeom>
          <a:solidFill>
            <a:srgbClr val="1D3461">
              <a:alpha val="50000"/>
            </a:srgbClr>
          </a:solidFill>
          <a:ln w="12700">
            <a:solidFill>
              <a:srgbClr val="1D3461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365760"/>
            <a:ext cx="2560320" cy="2560320"/>
          </a:xfrm>
          <a:prstGeom prst="ellipse">
            <a:avLst/>
          </a:prstGeom>
          <a:solidFill>
            <a:srgbClr val="F47C20">
              <a:alpha val="30000"/>
            </a:srgbClr>
          </a:solidFill>
          <a:ln w="12700">
            <a:solidFill>
              <a:srgbClr val="F47C2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91840"/>
            <a:ext cx="2926080" cy="2926080"/>
          </a:xfrm>
          <a:prstGeom prst="ellipse">
            <a:avLst/>
          </a:prstGeom>
          <a:solidFill>
            <a:srgbClr val="1D3461">
              <a:alpha val="40000"/>
            </a:srgbClr>
          </a:solidFill>
          <a:ln w="12700">
            <a:solidFill>
              <a:srgbClr val="1D346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75488"/>
            <a:ext cx="2560320" cy="292608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871216"/>
            <a:ext cx="5669280" cy="0"/>
          </a:xfrm>
          <a:prstGeom prst="line">
            <a:avLst/>
          </a:prstGeom>
          <a:noFill/>
          <a:ln w="19050">
            <a:solidFill>
              <a:srgbClr val="F47C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460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764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0688" y="3035808"/>
            <a:ext cx="0" cy="768096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39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027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315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0336" y="4846320"/>
            <a:ext cx="0" cy="219456"/>
          </a:xfrm>
          <a:prstGeom prst="line">
            <a:avLst/>
          </a:prstGeom>
          <a:noFill/>
          <a:ln w="6350">
            <a:solidFill>
              <a:srgbClr val="F47C20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" y="78638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" y="78638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73936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39312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02736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02736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95544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58968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58968" y="859536"/>
            <a:ext cx="54864" cy="89611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78624" y="896112"/>
            <a:ext cx="1792224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42048" y="859536"/>
            <a:ext cx="1792224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42048" y="859536"/>
            <a:ext cx="54864" cy="89611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73936" y="1920240"/>
            <a:ext cx="4206240" cy="175564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37360" y="1883664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53328" y="1920240"/>
            <a:ext cx="3054096" cy="175564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6752" y="1883664"/>
            <a:ext cx="3054096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745344" y="3770841"/>
            <a:ext cx="7333488" cy="129844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17912" y="3727332"/>
            <a:ext cx="733348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A665F5E-7C45-4FCC-8D67-50CA25F486DA}"/>
              </a:ext>
            </a:extLst>
          </p:cNvPr>
          <p:cNvSpPr txBox="1"/>
          <p:nvPr/>
        </p:nvSpPr>
        <p:spPr>
          <a:xfrm>
            <a:off x="-113936" y="4717110"/>
            <a:ext cx="181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900" dirty="0">
              <a:solidFill>
                <a:srgbClr val="6B7A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fr-F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" y="151790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" y="151790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87426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73936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9664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9664" y="859536"/>
            <a:ext cx="54864" cy="89611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896112"/>
            <a:ext cx="2505456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859536"/>
            <a:ext cx="250545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859536"/>
            <a:ext cx="54864" cy="89611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41672" y="1892064"/>
            <a:ext cx="4572000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7" name="Shape 45"/>
          <p:cNvSpPr/>
          <p:nvPr/>
        </p:nvSpPr>
        <p:spPr>
          <a:xfrm>
            <a:off x="1716397" y="1847088"/>
            <a:ext cx="457200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364150" y="1883664"/>
            <a:ext cx="2688336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27648" y="1847088"/>
            <a:ext cx="2688336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AB23B60-47A2-4421-A28C-005B503E9AC5}"/>
              </a:ext>
            </a:extLst>
          </p:cNvPr>
          <p:cNvSpPr txBox="1"/>
          <p:nvPr/>
        </p:nvSpPr>
        <p:spPr>
          <a:xfrm>
            <a:off x="-113936" y="4717110"/>
            <a:ext cx="181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900" dirty="0">
              <a:solidFill>
                <a:srgbClr val="6B7A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fr-F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" y="224942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" y="224942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73936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9664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9664" y="859536"/>
            <a:ext cx="54864" cy="89611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896112"/>
            <a:ext cx="2505456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859536"/>
            <a:ext cx="250545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859536"/>
            <a:ext cx="54864" cy="89611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73936" y="1920240"/>
            <a:ext cx="4206240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0" y="1883664"/>
            <a:ext cx="420624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24144" y="250545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724144" y="387705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724144" y="415137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724144" y="442569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724144" y="470001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053328" y="1920240"/>
            <a:ext cx="3054096" cy="14630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16752" y="1883664"/>
            <a:ext cx="3054096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53328" y="3456432"/>
            <a:ext cx="3054096" cy="168249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16752" y="3419856"/>
            <a:ext cx="3054096" cy="16824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86FBF86-8D0F-4DD4-86DA-2EBA47010E9B}"/>
              </a:ext>
            </a:extLst>
          </p:cNvPr>
          <p:cNvSpPr txBox="1"/>
          <p:nvPr/>
        </p:nvSpPr>
        <p:spPr>
          <a:xfrm>
            <a:off x="-113936" y="4717110"/>
            <a:ext cx="181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900" dirty="0">
              <a:solidFill>
                <a:srgbClr val="6B7A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fr-F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" y="298094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" y="298094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9536" y="837690"/>
            <a:ext cx="7333488" cy="419608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11524" y="837690"/>
            <a:ext cx="7333488" cy="414071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9129E0C-4469-4B97-82EF-60DC01FE3F22}"/>
              </a:ext>
            </a:extLst>
          </p:cNvPr>
          <p:cNvSpPr txBox="1"/>
          <p:nvPr/>
        </p:nvSpPr>
        <p:spPr>
          <a:xfrm>
            <a:off x="-113936" y="4717110"/>
            <a:ext cx="181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900" dirty="0">
              <a:solidFill>
                <a:srgbClr val="6B7A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fr-FR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713232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" y="4663440"/>
            <a:ext cx="1572768" cy="0"/>
          </a:xfrm>
          <a:prstGeom prst="line">
            <a:avLst/>
          </a:prstGeom>
          <a:noFill/>
          <a:ln w="6350">
            <a:solidFill>
              <a:srgbClr val="F47C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" y="896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9144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DRH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" y="16276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0624" y="16459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" y="23591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23774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8016" y="3090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" y="31089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Absenteisme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" y="3712464"/>
            <a:ext cx="1600200" cy="530352"/>
          </a:xfrm>
          <a:prstGeom prst="rect">
            <a:avLst/>
          </a:prstGeom>
          <a:solidFill>
            <a:srgbClr val="253E72">
              <a:alpha val="70000"/>
            </a:srgbClr>
          </a:solidFill>
          <a:ln w="5080">
            <a:solidFill>
              <a:srgbClr val="F47C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" y="3712464"/>
            <a:ext cx="45720" cy="53035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4048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109728"/>
            <a:ext cx="7333488" cy="621792"/>
          </a:xfrm>
          <a:prstGeom prst="rect">
            <a:avLst/>
          </a:prstGeom>
          <a:solidFill>
            <a:srgbClr val="EFF4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109728"/>
            <a:ext cx="54864" cy="62179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73936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896112"/>
            <a:ext cx="2359152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9664" y="859536"/>
            <a:ext cx="235915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9664" y="85953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896112"/>
            <a:ext cx="2505456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8816" y="859536"/>
            <a:ext cx="250545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28816" y="859536"/>
            <a:ext cx="54864" cy="896112"/>
          </a:xfrm>
          <a:prstGeom prst="rect">
            <a:avLst/>
          </a:prstGeom>
          <a:solidFill>
            <a:srgbClr val="1A9E6B"/>
          </a:solidFill>
          <a:ln w="12700">
            <a:solidFill>
              <a:srgbClr val="1A9E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24442" y="1920240"/>
            <a:ext cx="4663440" cy="3218688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09221" y="1890921"/>
            <a:ext cx="466344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10528" y="1920240"/>
            <a:ext cx="2596896" cy="155448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73952" y="1883664"/>
            <a:ext cx="259689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10528" y="3547872"/>
            <a:ext cx="2596896" cy="1591056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473952" y="3511296"/>
            <a:ext cx="2596896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2058BA9-6BA6-40B0-9E20-A4AF9767B9C2}"/>
              </a:ext>
            </a:extLst>
          </p:cNvPr>
          <p:cNvSpPr txBox="1"/>
          <p:nvPr/>
        </p:nvSpPr>
        <p:spPr>
          <a:xfrm>
            <a:off x="-113936" y="4717110"/>
            <a:ext cx="181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900" dirty="0">
              <a:solidFill>
                <a:srgbClr val="6B7A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fr-F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101</Words>
  <Application>Microsoft Office PowerPoint</Application>
  <PresentationFormat>Affichage à l'écran (16:9)</PresentationFormat>
  <Paragraphs>86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TelcomCI RH Analytics — Dashboard Power BI Mockup</dc:title>
  <dc:subject>PptxGenJS Presentation</dc:subject>
  <dc:creator>PptxGenJS</dc:creator>
  <cp:lastModifiedBy>soum youss</cp:lastModifiedBy>
  <cp:revision>9</cp:revision>
  <dcterms:created xsi:type="dcterms:W3CDTF">2026-04-15T00:51:28Z</dcterms:created>
  <dcterms:modified xsi:type="dcterms:W3CDTF">2026-05-09T00:17:08Z</dcterms:modified>
</cp:coreProperties>
</file>