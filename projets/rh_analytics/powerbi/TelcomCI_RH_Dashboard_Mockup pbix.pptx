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5" autoAdjust="0"/>
    <p:restoredTop sz="88966" autoAdjust="0"/>
  </p:normalViewPr>
  <p:slideViewPr>
    <p:cSldViewPr snapToGrid="0" snapToObjects="1">
      <p:cViewPr varScale="1">
        <p:scale>
          <a:sx n="132" d="100"/>
          <a:sy n="132" d="100"/>
        </p:scale>
        <p:origin x="82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5687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8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280160"/>
            <a:ext cx="4754880" cy="4754880"/>
          </a:xfrm>
          <a:prstGeom prst="ellipse">
            <a:avLst/>
          </a:prstGeom>
          <a:solidFill>
            <a:srgbClr val="1D3461">
              <a:alpha val="50000"/>
            </a:srgbClr>
          </a:solidFill>
          <a:ln w="12700">
            <a:solidFill>
              <a:srgbClr val="1D3461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-365760"/>
            <a:ext cx="2560320" cy="2560320"/>
          </a:xfrm>
          <a:prstGeom prst="ellipse">
            <a:avLst/>
          </a:prstGeom>
          <a:solidFill>
            <a:srgbClr val="F47C20">
              <a:alpha val="30000"/>
            </a:srgbClr>
          </a:solidFill>
          <a:ln w="12700">
            <a:solidFill>
              <a:srgbClr val="F47C2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291840"/>
            <a:ext cx="2926080" cy="2926080"/>
          </a:xfrm>
          <a:prstGeom prst="ellipse">
            <a:avLst/>
          </a:prstGeom>
          <a:solidFill>
            <a:srgbClr val="1D3461">
              <a:alpha val="40000"/>
            </a:srgbClr>
          </a:solidFill>
          <a:ln w="12700">
            <a:solidFill>
              <a:srgbClr val="1D3461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75488"/>
            <a:ext cx="2560320" cy="292608"/>
          </a:xfrm>
          <a:prstGeom prst="rect">
            <a:avLst/>
          </a:prstGeom>
          <a:solidFill>
            <a:srgbClr val="F47C20"/>
          </a:solidFill>
          <a:ln w="12700">
            <a:solidFill>
              <a:srgbClr val="F47C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754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8640" y="2871216"/>
            <a:ext cx="5669280" cy="0"/>
          </a:xfrm>
          <a:prstGeom prst="line">
            <a:avLst/>
          </a:prstGeom>
          <a:noFill/>
          <a:ln w="19050">
            <a:solidFill>
              <a:srgbClr val="F47C2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38528" y="3035808"/>
            <a:ext cx="0" cy="768096"/>
          </a:xfrm>
          <a:prstGeom prst="line">
            <a:avLst/>
          </a:prstGeom>
          <a:noFill/>
          <a:ln w="6350">
            <a:solidFill>
              <a:srgbClr val="F47C20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01568" y="3035808"/>
            <a:ext cx="0" cy="768096"/>
          </a:xfrm>
          <a:prstGeom prst="line">
            <a:avLst/>
          </a:prstGeom>
          <a:noFill/>
          <a:ln w="6350">
            <a:solidFill>
              <a:srgbClr val="F47C20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4608" y="3035808"/>
            <a:ext cx="0" cy="768096"/>
          </a:xfrm>
          <a:prstGeom prst="line">
            <a:avLst/>
          </a:prstGeom>
          <a:noFill/>
          <a:ln w="6350">
            <a:solidFill>
              <a:srgbClr val="F47C20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27648" y="3035808"/>
            <a:ext cx="0" cy="768096"/>
          </a:xfrm>
          <a:prstGeom prst="line">
            <a:avLst/>
          </a:prstGeom>
          <a:noFill/>
          <a:ln w="6350">
            <a:solidFill>
              <a:srgbClr val="F47C20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90688" y="3035808"/>
            <a:ext cx="0" cy="768096"/>
          </a:xfrm>
          <a:prstGeom prst="line">
            <a:avLst/>
          </a:prstGeom>
          <a:noFill/>
          <a:ln w="6350">
            <a:solidFill>
              <a:srgbClr val="F47C20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73936" y="4846320"/>
            <a:ext cx="0" cy="219456"/>
          </a:xfrm>
          <a:prstGeom prst="line">
            <a:avLst/>
          </a:prstGeom>
          <a:noFill/>
          <a:ln w="6350">
            <a:solidFill>
              <a:srgbClr val="F47C20">
                <a:alpha val="5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02736" y="4846320"/>
            <a:ext cx="0" cy="219456"/>
          </a:xfrm>
          <a:prstGeom prst="line">
            <a:avLst/>
          </a:prstGeom>
          <a:noFill/>
          <a:ln w="6350">
            <a:solidFill>
              <a:srgbClr val="F47C20">
                <a:alpha val="5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31536" y="4846320"/>
            <a:ext cx="0" cy="219456"/>
          </a:xfrm>
          <a:prstGeom prst="line">
            <a:avLst/>
          </a:prstGeom>
          <a:noFill/>
          <a:ln w="6350">
            <a:solidFill>
              <a:srgbClr val="F47C20">
                <a:alpha val="5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260336" y="4846320"/>
            <a:ext cx="0" cy="219456"/>
          </a:xfrm>
          <a:prstGeom prst="line">
            <a:avLst/>
          </a:prstGeom>
          <a:noFill/>
          <a:ln w="6350">
            <a:solidFill>
              <a:srgbClr val="F47C20">
                <a:alpha val="5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5143500"/>
          </a:xfrm>
          <a:prstGeom prst="rect">
            <a:avLst/>
          </a:prstGeom>
          <a:solidFill>
            <a:srgbClr val="162850"/>
          </a:solidFill>
          <a:ln w="12700">
            <a:solidFill>
              <a:srgbClr val="1628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F47C20"/>
          </a:solidFill>
          <a:ln w="12700">
            <a:solidFill>
              <a:srgbClr val="F47C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" y="713232"/>
            <a:ext cx="1572768" cy="0"/>
          </a:xfrm>
          <a:prstGeom prst="line">
            <a:avLst/>
          </a:prstGeom>
          <a:noFill/>
          <a:ln w="6350">
            <a:solidFill>
              <a:srgbClr val="F47C2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" y="4663440"/>
            <a:ext cx="1572768" cy="0"/>
          </a:xfrm>
          <a:prstGeom prst="line">
            <a:avLst/>
          </a:prstGeom>
          <a:noFill/>
          <a:ln w="6350">
            <a:solidFill>
              <a:srgbClr val="F47C2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46304"/>
            <a:ext cx="420624" cy="420624"/>
          </a:xfrm>
          <a:prstGeom prst="rect">
            <a:avLst/>
          </a:prstGeom>
          <a:solidFill>
            <a:srgbClr val="F47C20"/>
          </a:solidFill>
          <a:ln w="12700">
            <a:solidFill>
              <a:srgbClr val="F47C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1463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64592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TelcomCI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65760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" y="786384"/>
            <a:ext cx="1600200" cy="530352"/>
          </a:xfrm>
          <a:prstGeom prst="rect">
            <a:avLst/>
          </a:prstGeom>
          <a:solidFill>
            <a:srgbClr val="253E72">
              <a:alpha val="70000"/>
            </a:srgbClr>
          </a:solidFill>
          <a:ln w="5080">
            <a:solidFill>
              <a:srgbClr val="F47C2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" y="786384"/>
            <a:ext cx="45720" cy="530352"/>
          </a:xfrm>
          <a:prstGeom prst="rect">
            <a:avLst/>
          </a:prstGeom>
          <a:solidFill>
            <a:srgbClr val="F47C20"/>
          </a:solidFill>
          <a:ln w="12700">
            <a:solidFill>
              <a:srgbClr val="F47C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" y="89611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47C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20624" y="91440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DRH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28016" y="162763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20624" y="164592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Masse Salariale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28016" y="235915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20624" y="237744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28016" y="309067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20624" y="310896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Absenteisme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28016" y="382219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20624" y="384048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737360" y="109728"/>
            <a:ext cx="7333488" cy="621792"/>
          </a:xfrm>
          <a:prstGeom prst="rect">
            <a:avLst/>
          </a:prstGeom>
          <a:solidFill>
            <a:srgbClr val="EFF4FB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37360" y="109728"/>
            <a:ext cx="54864" cy="621792"/>
          </a:xfrm>
          <a:prstGeom prst="rect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73936" y="896112"/>
            <a:ext cx="1792224" cy="896112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737360" y="859536"/>
            <a:ext cx="1792224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0" y="859536"/>
            <a:ext cx="54864" cy="896112"/>
          </a:xfrm>
          <a:prstGeom prst="rect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39312" y="896112"/>
            <a:ext cx="1792224" cy="896112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02736" y="859536"/>
            <a:ext cx="1792224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02736" y="859536"/>
            <a:ext cx="54864" cy="8961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95544" y="896112"/>
            <a:ext cx="1792224" cy="896112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458968" y="859536"/>
            <a:ext cx="1792224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58968" y="859536"/>
            <a:ext cx="54864" cy="896112"/>
          </a:xfrm>
          <a:prstGeom prst="rect">
            <a:avLst/>
          </a:prstGeom>
          <a:solidFill>
            <a:srgbClr val="1A9E6B"/>
          </a:solidFill>
          <a:ln w="12700">
            <a:solidFill>
              <a:srgbClr val="1A9E6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278624" y="896112"/>
            <a:ext cx="1792224" cy="896112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242048" y="859536"/>
            <a:ext cx="1792224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242048" y="859536"/>
            <a:ext cx="54864" cy="896112"/>
          </a:xfrm>
          <a:prstGeom prst="rect">
            <a:avLst/>
          </a:prstGeom>
          <a:solidFill>
            <a:srgbClr val="E08A00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773936" y="1920240"/>
            <a:ext cx="4206240" cy="1755648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737360" y="1883664"/>
            <a:ext cx="4206240" cy="17556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053328" y="1920240"/>
            <a:ext cx="3054096" cy="1755648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016752" y="1883664"/>
            <a:ext cx="3054096" cy="17556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745344" y="3770841"/>
            <a:ext cx="7333488" cy="1298448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717912" y="3727332"/>
            <a:ext cx="7333488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5143500"/>
          </a:xfrm>
          <a:prstGeom prst="rect">
            <a:avLst/>
          </a:prstGeom>
          <a:solidFill>
            <a:srgbClr val="162850"/>
          </a:solidFill>
          <a:ln w="12700">
            <a:solidFill>
              <a:srgbClr val="1628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F47C20"/>
          </a:solidFill>
          <a:ln w="12700">
            <a:solidFill>
              <a:srgbClr val="F47C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" y="713232"/>
            <a:ext cx="1572768" cy="0"/>
          </a:xfrm>
          <a:prstGeom prst="line">
            <a:avLst/>
          </a:prstGeom>
          <a:noFill/>
          <a:ln w="6350">
            <a:solidFill>
              <a:srgbClr val="F47C2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" y="4663440"/>
            <a:ext cx="1572768" cy="0"/>
          </a:xfrm>
          <a:prstGeom prst="line">
            <a:avLst/>
          </a:prstGeom>
          <a:noFill/>
          <a:ln w="6350">
            <a:solidFill>
              <a:srgbClr val="F47C2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46304"/>
            <a:ext cx="420624" cy="420624"/>
          </a:xfrm>
          <a:prstGeom prst="rect">
            <a:avLst/>
          </a:prstGeom>
          <a:solidFill>
            <a:srgbClr val="F47C20"/>
          </a:solidFill>
          <a:ln w="12700">
            <a:solidFill>
              <a:srgbClr val="F47C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1463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64592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TelcomCI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65760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8016" y="89611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20624" y="91440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DRH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" y="1517904"/>
            <a:ext cx="1600200" cy="530352"/>
          </a:xfrm>
          <a:prstGeom prst="rect">
            <a:avLst/>
          </a:prstGeom>
          <a:solidFill>
            <a:srgbClr val="253E72">
              <a:alpha val="70000"/>
            </a:srgbClr>
          </a:solidFill>
          <a:ln w="5080">
            <a:solidFill>
              <a:srgbClr val="F47C2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" y="1517904"/>
            <a:ext cx="45720" cy="530352"/>
          </a:xfrm>
          <a:prstGeom prst="rect">
            <a:avLst/>
          </a:prstGeom>
          <a:solidFill>
            <a:srgbClr val="F47C20"/>
          </a:solidFill>
          <a:ln w="12700">
            <a:solidFill>
              <a:srgbClr val="F47C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" y="162763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47C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20624" y="164592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Masse Salariale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28016" y="235915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20624" y="237744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28016" y="309067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20624" y="310896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Absenteisme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28016" y="382219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20624" y="384048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737360" y="87426"/>
            <a:ext cx="7333488" cy="621792"/>
          </a:xfrm>
          <a:prstGeom prst="rect">
            <a:avLst/>
          </a:prstGeom>
          <a:solidFill>
            <a:srgbClr val="EFF4FB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37360" y="109728"/>
            <a:ext cx="54864" cy="621792"/>
          </a:xfrm>
          <a:prstGeom prst="rect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73936" y="896112"/>
            <a:ext cx="2359152" cy="896112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737360" y="859536"/>
            <a:ext cx="2359152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0" y="859536"/>
            <a:ext cx="54864" cy="896112"/>
          </a:xfrm>
          <a:prstGeom prst="rect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06240" y="896112"/>
            <a:ext cx="2359152" cy="896112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69664" y="859536"/>
            <a:ext cx="2359152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69664" y="859536"/>
            <a:ext cx="54864" cy="896112"/>
          </a:xfrm>
          <a:prstGeom prst="rect">
            <a:avLst/>
          </a:prstGeom>
          <a:solidFill>
            <a:srgbClr val="1A9E6B"/>
          </a:solidFill>
          <a:ln w="12700">
            <a:solidFill>
              <a:srgbClr val="1A9E6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65392" y="896112"/>
            <a:ext cx="2505456" cy="896112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28816" y="859536"/>
            <a:ext cx="2505456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28816" y="859536"/>
            <a:ext cx="54864" cy="896112"/>
          </a:xfrm>
          <a:prstGeom prst="rect">
            <a:avLst/>
          </a:prstGeom>
          <a:solidFill>
            <a:srgbClr val="E08A00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741672" y="1892064"/>
            <a:ext cx="4572000" cy="3218688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47" name="Shape 45"/>
          <p:cNvSpPr/>
          <p:nvPr/>
        </p:nvSpPr>
        <p:spPr>
          <a:xfrm>
            <a:off x="1716397" y="1847088"/>
            <a:ext cx="4572000" cy="32186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364150" y="1883664"/>
            <a:ext cx="2688336" cy="3218688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327648" y="1847088"/>
            <a:ext cx="2688336" cy="32186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5143500"/>
          </a:xfrm>
          <a:prstGeom prst="rect">
            <a:avLst/>
          </a:prstGeom>
          <a:solidFill>
            <a:srgbClr val="162850"/>
          </a:solidFill>
          <a:ln w="12700">
            <a:solidFill>
              <a:srgbClr val="1628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F47C20"/>
          </a:solidFill>
          <a:ln w="12700">
            <a:solidFill>
              <a:srgbClr val="F47C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" y="713232"/>
            <a:ext cx="1572768" cy="0"/>
          </a:xfrm>
          <a:prstGeom prst="line">
            <a:avLst/>
          </a:prstGeom>
          <a:noFill/>
          <a:ln w="6350">
            <a:solidFill>
              <a:srgbClr val="F47C2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" y="4663440"/>
            <a:ext cx="1572768" cy="0"/>
          </a:xfrm>
          <a:prstGeom prst="line">
            <a:avLst/>
          </a:prstGeom>
          <a:noFill/>
          <a:ln w="6350">
            <a:solidFill>
              <a:srgbClr val="F47C2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46304"/>
            <a:ext cx="420624" cy="420624"/>
          </a:xfrm>
          <a:prstGeom prst="rect">
            <a:avLst/>
          </a:prstGeom>
          <a:solidFill>
            <a:srgbClr val="F47C20"/>
          </a:solidFill>
          <a:ln w="12700">
            <a:solidFill>
              <a:srgbClr val="F47C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1463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64592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TelcomCI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65760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8016" y="89611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20624" y="91440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DRH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28016" y="162763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20624" y="164592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Masse Salariale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" y="2249424"/>
            <a:ext cx="1600200" cy="530352"/>
          </a:xfrm>
          <a:prstGeom prst="rect">
            <a:avLst/>
          </a:prstGeom>
          <a:solidFill>
            <a:srgbClr val="253E72">
              <a:alpha val="70000"/>
            </a:srgbClr>
          </a:solidFill>
          <a:ln w="5080">
            <a:solidFill>
              <a:srgbClr val="F47C2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" y="2249424"/>
            <a:ext cx="45720" cy="530352"/>
          </a:xfrm>
          <a:prstGeom prst="rect">
            <a:avLst/>
          </a:prstGeom>
          <a:solidFill>
            <a:srgbClr val="F47C20"/>
          </a:solidFill>
          <a:ln w="12700">
            <a:solidFill>
              <a:srgbClr val="F47C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8016" y="235915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47C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20624" y="237744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28016" y="309067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20624" y="310896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Absenteisme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28016" y="382219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20624" y="384048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737360" y="109728"/>
            <a:ext cx="7333488" cy="621792"/>
          </a:xfrm>
          <a:prstGeom prst="rect">
            <a:avLst/>
          </a:prstGeom>
          <a:solidFill>
            <a:srgbClr val="EFF4FB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37360" y="109728"/>
            <a:ext cx="54864" cy="6217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73936" y="896112"/>
            <a:ext cx="2359152" cy="896112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737360" y="859536"/>
            <a:ext cx="2359152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0" y="859536"/>
            <a:ext cx="54864" cy="8961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06240" y="896112"/>
            <a:ext cx="2359152" cy="896112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69664" y="859536"/>
            <a:ext cx="2359152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69664" y="859536"/>
            <a:ext cx="54864" cy="896112"/>
          </a:xfrm>
          <a:prstGeom prst="rect">
            <a:avLst/>
          </a:prstGeom>
          <a:solidFill>
            <a:srgbClr val="E08A00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65392" y="896112"/>
            <a:ext cx="2505456" cy="896112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28816" y="859536"/>
            <a:ext cx="2505456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28816" y="859536"/>
            <a:ext cx="54864" cy="896112"/>
          </a:xfrm>
          <a:prstGeom prst="rect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773936" y="1920240"/>
            <a:ext cx="4206240" cy="3218688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737360" y="1883664"/>
            <a:ext cx="4206240" cy="32186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724144" y="2505456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5724144" y="3877056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A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8.9%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5724144" y="4151376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A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6.7%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5724144" y="4425696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A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5724144" y="4700016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A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6053328" y="1920240"/>
            <a:ext cx="3054096" cy="1463040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016752" y="1883664"/>
            <a:ext cx="3054096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6053328" y="3456432"/>
            <a:ext cx="3054096" cy="1682496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016752" y="3419856"/>
            <a:ext cx="3054096" cy="16824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5143500"/>
          </a:xfrm>
          <a:prstGeom prst="rect">
            <a:avLst/>
          </a:prstGeom>
          <a:solidFill>
            <a:srgbClr val="162850"/>
          </a:solidFill>
          <a:ln w="12700">
            <a:solidFill>
              <a:srgbClr val="1628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F47C20"/>
          </a:solidFill>
          <a:ln w="12700">
            <a:solidFill>
              <a:srgbClr val="F47C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" y="713232"/>
            <a:ext cx="1572768" cy="0"/>
          </a:xfrm>
          <a:prstGeom prst="line">
            <a:avLst/>
          </a:prstGeom>
          <a:noFill/>
          <a:ln w="6350">
            <a:solidFill>
              <a:srgbClr val="F47C2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" y="4663440"/>
            <a:ext cx="1572768" cy="0"/>
          </a:xfrm>
          <a:prstGeom prst="line">
            <a:avLst/>
          </a:prstGeom>
          <a:noFill/>
          <a:ln w="6350">
            <a:solidFill>
              <a:srgbClr val="F47C2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46304"/>
            <a:ext cx="420624" cy="420624"/>
          </a:xfrm>
          <a:prstGeom prst="rect">
            <a:avLst/>
          </a:prstGeom>
          <a:solidFill>
            <a:srgbClr val="F47C20"/>
          </a:solidFill>
          <a:ln w="12700">
            <a:solidFill>
              <a:srgbClr val="F47C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1463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64592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TelcomCI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65760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8016" y="89611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20624" y="91440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DRH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28016" y="162763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20624" y="164592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Masse Salariale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28016" y="235915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20624" y="237744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" y="2980944"/>
            <a:ext cx="1600200" cy="530352"/>
          </a:xfrm>
          <a:prstGeom prst="rect">
            <a:avLst/>
          </a:prstGeom>
          <a:solidFill>
            <a:srgbClr val="253E72">
              <a:alpha val="70000"/>
            </a:srgbClr>
          </a:solidFill>
          <a:ln w="5080">
            <a:solidFill>
              <a:srgbClr val="F47C2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" y="2980944"/>
            <a:ext cx="45720" cy="530352"/>
          </a:xfrm>
          <a:prstGeom prst="rect">
            <a:avLst/>
          </a:prstGeom>
          <a:solidFill>
            <a:srgbClr val="F47C20"/>
          </a:solidFill>
          <a:ln w="12700">
            <a:solidFill>
              <a:srgbClr val="F47C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8016" y="309067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47C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20624" y="310896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Absenteisme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28016" y="382219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20624" y="384048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737360" y="109728"/>
            <a:ext cx="7333488" cy="621792"/>
          </a:xfrm>
          <a:prstGeom prst="rect">
            <a:avLst/>
          </a:prstGeom>
          <a:solidFill>
            <a:srgbClr val="EFF4FB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37360" y="109728"/>
            <a:ext cx="54864" cy="621792"/>
          </a:xfrm>
          <a:prstGeom prst="rect">
            <a:avLst/>
          </a:prstGeom>
          <a:solidFill>
            <a:srgbClr val="E08A00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739536" y="837690"/>
            <a:ext cx="7333488" cy="4196082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711524" y="837690"/>
            <a:ext cx="7333488" cy="4140710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5143500"/>
          </a:xfrm>
          <a:prstGeom prst="rect">
            <a:avLst/>
          </a:prstGeom>
          <a:solidFill>
            <a:srgbClr val="162850"/>
          </a:solidFill>
          <a:ln w="12700">
            <a:solidFill>
              <a:srgbClr val="1628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F47C20"/>
          </a:solidFill>
          <a:ln w="12700">
            <a:solidFill>
              <a:srgbClr val="F47C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" y="713232"/>
            <a:ext cx="1572768" cy="0"/>
          </a:xfrm>
          <a:prstGeom prst="line">
            <a:avLst/>
          </a:prstGeom>
          <a:noFill/>
          <a:ln w="6350">
            <a:solidFill>
              <a:srgbClr val="F47C2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" y="4663440"/>
            <a:ext cx="1572768" cy="0"/>
          </a:xfrm>
          <a:prstGeom prst="line">
            <a:avLst/>
          </a:prstGeom>
          <a:noFill/>
          <a:ln w="6350">
            <a:solidFill>
              <a:srgbClr val="F47C2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46304"/>
            <a:ext cx="420624" cy="420624"/>
          </a:xfrm>
          <a:prstGeom prst="rect">
            <a:avLst/>
          </a:prstGeom>
          <a:solidFill>
            <a:srgbClr val="F47C20"/>
          </a:solidFill>
          <a:ln w="12700">
            <a:solidFill>
              <a:srgbClr val="F47C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1463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64592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TelcomCI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65760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8016" y="89611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20624" y="91440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DRH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28016" y="162763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20624" y="164592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Masse Salariale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28016" y="235915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20624" y="237744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28016" y="309067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20624" y="310896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Absenteisme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" y="3712464"/>
            <a:ext cx="1600200" cy="530352"/>
          </a:xfrm>
          <a:prstGeom prst="rect">
            <a:avLst/>
          </a:prstGeom>
          <a:solidFill>
            <a:srgbClr val="253E72">
              <a:alpha val="70000"/>
            </a:srgbClr>
          </a:solidFill>
          <a:ln w="5080">
            <a:solidFill>
              <a:srgbClr val="F47C2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" y="3712464"/>
            <a:ext cx="45720" cy="530352"/>
          </a:xfrm>
          <a:prstGeom prst="rect">
            <a:avLst/>
          </a:prstGeom>
          <a:solidFill>
            <a:srgbClr val="F47C20"/>
          </a:solidFill>
          <a:ln w="12700">
            <a:solidFill>
              <a:srgbClr val="F47C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016" y="382219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47C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20624" y="384048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737360" y="109728"/>
            <a:ext cx="7333488" cy="621792"/>
          </a:xfrm>
          <a:prstGeom prst="rect">
            <a:avLst/>
          </a:prstGeom>
          <a:solidFill>
            <a:srgbClr val="EFF4FB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37360" y="109728"/>
            <a:ext cx="54864" cy="621792"/>
          </a:xfrm>
          <a:prstGeom prst="rect">
            <a:avLst/>
          </a:prstGeom>
          <a:solidFill>
            <a:srgbClr val="1A9E6B"/>
          </a:solidFill>
          <a:ln w="12700">
            <a:solidFill>
              <a:srgbClr val="1A9E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73936" y="896112"/>
            <a:ext cx="2359152" cy="896112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737360" y="859536"/>
            <a:ext cx="2359152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0" y="859536"/>
            <a:ext cx="54864" cy="8961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06240" y="896112"/>
            <a:ext cx="2359152" cy="896112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69664" y="859536"/>
            <a:ext cx="2359152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69664" y="859536"/>
            <a:ext cx="54864" cy="8961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65392" y="896112"/>
            <a:ext cx="2505456" cy="896112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28816" y="859536"/>
            <a:ext cx="2505456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28816" y="859536"/>
            <a:ext cx="54864" cy="896112"/>
          </a:xfrm>
          <a:prstGeom prst="rect">
            <a:avLst/>
          </a:prstGeom>
          <a:solidFill>
            <a:srgbClr val="1A9E6B"/>
          </a:solidFill>
          <a:ln w="12700">
            <a:solidFill>
              <a:srgbClr val="1A9E6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724442" y="1920240"/>
            <a:ext cx="4663440" cy="3218688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709221" y="1890921"/>
            <a:ext cx="4663440" cy="32186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510528" y="1920240"/>
            <a:ext cx="2596896" cy="1554480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473952" y="1883664"/>
            <a:ext cx="2596896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510528" y="3547872"/>
            <a:ext cx="2596896" cy="1591056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473952" y="3511296"/>
            <a:ext cx="2596896" cy="1591056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5143500"/>
          </a:xfrm>
          <a:prstGeom prst="rect">
            <a:avLst/>
          </a:prstGeom>
          <a:solidFill>
            <a:srgbClr val="162850"/>
          </a:solidFill>
          <a:ln w="12700">
            <a:solidFill>
              <a:srgbClr val="1628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F47C20"/>
          </a:solidFill>
          <a:ln w="12700">
            <a:solidFill>
              <a:srgbClr val="F47C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" y="713232"/>
            <a:ext cx="1572768" cy="0"/>
          </a:xfrm>
          <a:prstGeom prst="line">
            <a:avLst/>
          </a:prstGeom>
          <a:noFill/>
          <a:ln w="6350">
            <a:solidFill>
              <a:srgbClr val="F47C2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" y="4663440"/>
            <a:ext cx="1572768" cy="0"/>
          </a:xfrm>
          <a:prstGeom prst="line">
            <a:avLst/>
          </a:prstGeom>
          <a:noFill/>
          <a:ln w="6350">
            <a:solidFill>
              <a:srgbClr val="F47C2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46304"/>
            <a:ext cx="420624" cy="420624"/>
          </a:xfrm>
          <a:prstGeom prst="rect">
            <a:avLst/>
          </a:prstGeom>
          <a:solidFill>
            <a:srgbClr val="F47C20"/>
          </a:solidFill>
          <a:ln w="12700">
            <a:solidFill>
              <a:srgbClr val="F47C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1463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64592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TelcomCI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65760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" y="786384"/>
            <a:ext cx="1600200" cy="530352"/>
          </a:xfrm>
          <a:prstGeom prst="rect">
            <a:avLst/>
          </a:prstGeom>
          <a:solidFill>
            <a:srgbClr val="253E72">
              <a:alpha val="70000"/>
            </a:srgbClr>
          </a:solidFill>
          <a:ln w="5080">
            <a:solidFill>
              <a:srgbClr val="F47C2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" y="786384"/>
            <a:ext cx="45720" cy="530352"/>
          </a:xfrm>
          <a:prstGeom prst="rect">
            <a:avLst/>
          </a:prstGeom>
          <a:solidFill>
            <a:srgbClr val="F47C20"/>
          </a:solidFill>
          <a:ln w="12700">
            <a:solidFill>
              <a:srgbClr val="F47C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" y="89611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47C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20624" y="91440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DRH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28016" y="162763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20624" y="164592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Masse Salariale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28016" y="235915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20624" y="237744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28016" y="309067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20624" y="310896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Absenteisme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28016" y="382219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20624" y="384048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0" y="473659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DataProjectLab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0" y="489204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A5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2021 — Jun 2024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1737360" y="109728"/>
            <a:ext cx="7333488" cy="621792"/>
          </a:xfrm>
          <a:prstGeom prst="rect">
            <a:avLst/>
          </a:prstGeom>
          <a:solidFill>
            <a:srgbClr val="EFF4FB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37360" y="109728"/>
            <a:ext cx="54864" cy="621792"/>
          </a:xfrm>
          <a:prstGeom prst="rect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01952" y="109728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DAX — 12 mesures  ·  Table _Mesures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949440" y="109728"/>
            <a:ext cx="2057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  ·  TelcomCI_RH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792224" y="914400"/>
            <a:ext cx="3547872" cy="493776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755648" y="877824"/>
            <a:ext cx="3547872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55648" y="877824"/>
            <a:ext cx="45720" cy="493776"/>
          </a:xfrm>
          <a:prstGeom prst="rect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83664" y="93268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[Effectif Actif]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389120" y="950976"/>
            <a:ext cx="786384" cy="182880"/>
          </a:xfrm>
          <a:prstGeom prst="rect">
            <a:avLst/>
          </a:prstGeom>
          <a:solidFill>
            <a:srgbClr val="1D3461">
              <a:alpha val="82000"/>
            </a:srgbClr>
          </a:solidFill>
          <a:ln w="12700">
            <a:solidFill>
              <a:srgbClr val="1D3461">
                <a:alpha val="7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0" y="950976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883664" y="1152144"/>
            <a:ext cx="3364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COUNTROWS statut='Actif'  →  446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522976" y="914400"/>
            <a:ext cx="3547872" cy="493776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0" y="877824"/>
            <a:ext cx="3547872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86400" y="877824"/>
            <a:ext cx="45720" cy="493776"/>
          </a:xfrm>
          <a:prstGeom prst="rect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14416" y="93268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[Masse Salariale Brute]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119872" y="950976"/>
            <a:ext cx="786384" cy="182880"/>
          </a:xfrm>
          <a:prstGeom prst="rect">
            <a:avLst/>
          </a:prstGeom>
          <a:solidFill>
            <a:srgbClr val="1D3461">
              <a:alpha val="82000"/>
            </a:srgbClr>
          </a:solidFill>
          <a:ln w="12700">
            <a:solidFill>
              <a:srgbClr val="1D3461">
                <a:alpha val="7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19872" y="950976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614416" y="1152144"/>
            <a:ext cx="3364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brut+prime  →  568.6 M FCFA (juin 24)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792224" y="1463040"/>
            <a:ext cx="3547872" cy="493776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755648" y="1426464"/>
            <a:ext cx="3547872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755648" y="1426464"/>
            <a:ext cx="45720" cy="493776"/>
          </a:xfrm>
          <a:prstGeom prst="rect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883664" y="148132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[Salaire Net Moyen]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389120" y="1499616"/>
            <a:ext cx="786384" cy="182880"/>
          </a:xfrm>
          <a:prstGeom prst="rect">
            <a:avLst/>
          </a:prstGeom>
          <a:solidFill>
            <a:srgbClr val="1D3461">
              <a:alpha val="82000"/>
            </a:srgbClr>
          </a:solidFill>
          <a:ln w="12700">
            <a:solidFill>
              <a:srgbClr val="1D3461">
                <a:alpha val="7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89120" y="1499616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1883664" y="1700784"/>
            <a:ext cx="3364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salaire_net  →  869 250 FCFA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522976" y="1463040"/>
            <a:ext cx="3547872" cy="493776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486400" y="1426464"/>
            <a:ext cx="3547872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486400" y="1426464"/>
            <a:ext cx="45720" cy="493776"/>
          </a:xfrm>
          <a:prstGeom prst="rect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14416" y="148132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[Taux Turnover]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8119872" y="1499616"/>
            <a:ext cx="786384" cy="182880"/>
          </a:xfrm>
          <a:prstGeom prst="rect">
            <a:avLst/>
          </a:prstGeom>
          <a:solidFill>
            <a:srgbClr val="1D3461">
              <a:alpha val="82000"/>
            </a:srgbClr>
          </a:solidFill>
          <a:ln w="12700">
            <a:solidFill>
              <a:srgbClr val="1D3461">
                <a:alpha val="7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119872" y="1499616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5614416" y="1700784"/>
            <a:ext cx="3364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departs/total  →  11.9%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1792224" y="2011680"/>
            <a:ext cx="3547872" cy="493776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55648" y="1975104"/>
            <a:ext cx="3547872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755648" y="1975104"/>
            <a:ext cx="45720" cy="493776"/>
          </a:xfrm>
          <a:prstGeom prst="rect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883664" y="202996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[Note Performance Moyenne]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389120" y="2048256"/>
            <a:ext cx="786384" cy="182880"/>
          </a:xfrm>
          <a:prstGeom prst="rect">
            <a:avLst/>
          </a:prstGeom>
          <a:solidFill>
            <a:srgbClr val="1D3461">
              <a:alpha val="82000"/>
            </a:srgbClr>
          </a:solidFill>
          <a:ln w="12700">
            <a:solidFill>
              <a:srgbClr val="1D3461">
                <a:alpha val="70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389120" y="2048256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1883664" y="2249424"/>
            <a:ext cx="3364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note_globale  →  3.83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5522976" y="2011680"/>
            <a:ext cx="3547872" cy="493776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486400" y="1975104"/>
            <a:ext cx="3547872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486400" y="1975104"/>
            <a:ext cx="45720" cy="493776"/>
          </a:xfrm>
          <a:prstGeom prst="rect">
            <a:avLst/>
          </a:prstGeom>
          <a:solidFill>
            <a:srgbClr val="1A9E6B"/>
          </a:solidFill>
          <a:ln w="12700">
            <a:solidFill>
              <a:srgbClr val="1A9E6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614416" y="202996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[Taux Absenteisme]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8119872" y="2048256"/>
            <a:ext cx="786384" cy="182880"/>
          </a:xfrm>
          <a:prstGeom prst="rect">
            <a:avLst/>
          </a:prstGeom>
          <a:solidFill>
            <a:srgbClr val="1A9E6B">
              <a:alpha val="82000"/>
            </a:srgbClr>
          </a:solidFill>
          <a:ln w="12700">
            <a:solidFill>
              <a:srgbClr val="1A9E6B">
                <a:alpha val="70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119872" y="2048256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5614416" y="2249424"/>
            <a:ext cx="3364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Jours abs / (eff x jours ouvrables)  →  ~0.60%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1792224" y="2560320"/>
            <a:ext cx="3547872" cy="493776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755648" y="2523744"/>
            <a:ext cx="3547872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755648" y="2523744"/>
            <a:ext cx="45720" cy="493776"/>
          </a:xfrm>
          <a:prstGeom prst="rect">
            <a:avLst/>
          </a:prstGeom>
          <a:solidFill>
            <a:srgbClr val="1A9E6B"/>
          </a:solidFill>
          <a:ln w="12700">
            <a:solidFill>
              <a:srgbClr val="1A9E6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883664" y="257860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[Taux Absences Injustifiees]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4389120" y="2596896"/>
            <a:ext cx="786384" cy="182880"/>
          </a:xfrm>
          <a:prstGeom prst="rect">
            <a:avLst/>
          </a:prstGeom>
          <a:solidFill>
            <a:srgbClr val="1A9E6B">
              <a:alpha val="82000"/>
            </a:srgbClr>
          </a:solidFill>
          <a:ln w="12700">
            <a:solidFill>
              <a:srgbClr val="1A9E6B">
                <a:alpha val="7000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389120" y="2596896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1883664" y="2798064"/>
            <a:ext cx="3364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injust/total  →  17.5%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5522976" y="2560320"/>
            <a:ext cx="3547872" cy="493776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486400" y="2523744"/>
            <a:ext cx="3547872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486400" y="2523744"/>
            <a:ext cx="45720" cy="493776"/>
          </a:xfrm>
          <a:prstGeom prst="rect">
            <a:avLst/>
          </a:prstGeom>
          <a:solidFill>
            <a:srgbClr val="1A9E6B"/>
          </a:solidFill>
          <a:ln w="12700">
            <a:solidFill>
              <a:srgbClr val="1A9E6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614416" y="257860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[Cout Recrutement Moyen]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8119872" y="2596896"/>
            <a:ext cx="786384" cy="182880"/>
          </a:xfrm>
          <a:prstGeom prst="rect">
            <a:avLst/>
          </a:prstGeom>
          <a:solidFill>
            <a:srgbClr val="1A9E6B">
              <a:alpha val="82000"/>
            </a:srgbClr>
          </a:solidFill>
          <a:ln w="12700">
            <a:solidFill>
              <a:srgbClr val="1A9E6B">
                <a:alpha val="7000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119872" y="2596896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5614416" y="2798064"/>
            <a:ext cx="3364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cout_recrutement  →  1 365 663 FCFA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1792224" y="3108960"/>
            <a:ext cx="3547872" cy="493776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755648" y="3072384"/>
            <a:ext cx="3547872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755648" y="3072384"/>
            <a:ext cx="45720" cy="493776"/>
          </a:xfrm>
          <a:prstGeom prst="rect">
            <a:avLst/>
          </a:prstGeom>
          <a:solidFill>
            <a:srgbClr val="1A9E6B"/>
          </a:solidFill>
          <a:ln w="12700">
            <a:solidFill>
              <a:srgbClr val="1A9E6B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883664" y="312724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[Cout Turnover Estime]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4389120" y="3145536"/>
            <a:ext cx="786384" cy="182880"/>
          </a:xfrm>
          <a:prstGeom prst="rect">
            <a:avLst/>
          </a:prstGeom>
          <a:solidFill>
            <a:srgbClr val="1A9E6B">
              <a:alpha val="82000"/>
            </a:srgbClr>
          </a:solidFill>
          <a:ln w="12700">
            <a:solidFill>
              <a:srgbClr val="1A9E6B">
                <a:alpha val="70000"/>
              </a:srgbClr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389120" y="3145536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1883664" y="3346704"/>
            <a:ext cx="3364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departs x sal_net_moy x 6  →  313 M FCFA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5522976" y="3108960"/>
            <a:ext cx="3547872" cy="493776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486400" y="3072384"/>
            <a:ext cx="3547872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5486400" y="3072384"/>
            <a:ext cx="45720" cy="493776"/>
          </a:xfrm>
          <a:prstGeom prst="rect">
            <a:avLst/>
          </a:prstGeom>
          <a:solidFill>
            <a:srgbClr val="E08A00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614416" y="312724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[Masse Sal. Mois Prec]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8119872" y="3145536"/>
            <a:ext cx="786384" cy="182880"/>
          </a:xfrm>
          <a:prstGeom prst="rect">
            <a:avLst/>
          </a:prstGeom>
          <a:solidFill>
            <a:srgbClr val="E08A00">
              <a:alpha val="82000"/>
            </a:srgbClr>
          </a:solidFill>
          <a:ln w="12700">
            <a:solidFill>
              <a:srgbClr val="E08A00">
                <a:alpha val="70000"/>
              </a:srgbClr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119872" y="3145536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</a:t>
            </a:r>
            <a:endParaRPr lang="en-US" sz="750" dirty="0"/>
          </a:p>
        </p:txBody>
      </p:sp>
      <p:sp>
        <p:nvSpPr>
          <p:cNvPr id="97" name="Text 95"/>
          <p:cNvSpPr/>
          <p:nvPr/>
        </p:nvSpPr>
        <p:spPr>
          <a:xfrm>
            <a:off x="5614416" y="3346704"/>
            <a:ext cx="3364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PREVIOUSMONTH  →  requiert table Calendrier marquee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1792224" y="3657600"/>
            <a:ext cx="3547872" cy="493776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755648" y="3621024"/>
            <a:ext cx="3547872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755648" y="3621024"/>
            <a:ext cx="45720" cy="493776"/>
          </a:xfrm>
          <a:prstGeom prst="rect">
            <a:avLst/>
          </a:prstGeom>
          <a:solidFill>
            <a:srgbClr val="E08A00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883664" y="367588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[Variation Masse Salariale]</a:t>
            </a:r>
            <a:endParaRPr lang="en-US" sz="950" dirty="0"/>
          </a:p>
        </p:txBody>
      </p:sp>
      <p:sp>
        <p:nvSpPr>
          <p:cNvPr id="102" name="Shape 100"/>
          <p:cNvSpPr/>
          <p:nvPr/>
        </p:nvSpPr>
        <p:spPr>
          <a:xfrm>
            <a:off x="4389120" y="3694176"/>
            <a:ext cx="786384" cy="182880"/>
          </a:xfrm>
          <a:prstGeom prst="rect">
            <a:avLst/>
          </a:prstGeom>
          <a:solidFill>
            <a:srgbClr val="E08A00">
              <a:alpha val="82000"/>
            </a:srgbClr>
          </a:solidFill>
          <a:ln w="12700">
            <a:solidFill>
              <a:srgbClr val="E08A00">
                <a:alpha val="70000"/>
              </a:srgbClr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389120" y="3694176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</a:t>
            </a:r>
            <a:endParaRPr lang="en-US" sz="750" dirty="0"/>
          </a:p>
        </p:txBody>
      </p:sp>
      <p:sp>
        <p:nvSpPr>
          <p:cNvPr id="104" name="Text 102"/>
          <p:cNvSpPr/>
          <p:nvPr/>
        </p:nvSpPr>
        <p:spPr>
          <a:xfrm>
            <a:off x="1883664" y="3895344"/>
            <a:ext cx="3364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actuel-prec/prec  →  +22.8% juin/mai 24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5522976" y="3657600"/>
            <a:ext cx="3547872" cy="493776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486400" y="3621024"/>
            <a:ext cx="3547872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486400" y="3621024"/>
            <a:ext cx="45720" cy="493776"/>
          </a:xfrm>
          <a:prstGeom prst="rect">
            <a:avLst/>
          </a:prstGeom>
          <a:solidFill>
            <a:srgbClr val="1A9E6B"/>
          </a:solidFill>
          <a:ln w="12700">
            <a:solidFill>
              <a:srgbClr val="1A9E6B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5614416" y="367588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[Quadrant Performance]</a:t>
            </a:r>
            <a:endParaRPr lang="en-US" sz="950" dirty="0"/>
          </a:p>
        </p:txBody>
      </p:sp>
      <p:sp>
        <p:nvSpPr>
          <p:cNvPr id="109" name="Shape 107"/>
          <p:cNvSpPr/>
          <p:nvPr/>
        </p:nvSpPr>
        <p:spPr>
          <a:xfrm>
            <a:off x="8119872" y="3694176"/>
            <a:ext cx="786384" cy="182880"/>
          </a:xfrm>
          <a:prstGeom prst="rect">
            <a:avLst/>
          </a:prstGeom>
          <a:solidFill>
            <a:srgbClr val="1A9E6B">
              <a:alpha val="82000"/>
            </a:srgbClr>
          </a:solidFill>
          <a:ln w="12700">
            <a:solidFill>
              <a:srgbClr val="1A9E6B">
                <a:alpha val="70000"/>
              </a:srgbClr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8119872" y="3694176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</a:t>
            </a:r>
            <a:endParaRPr lang="en-US" sz="750" dirty="0"/>
          </a:p>
        </p:txBody>
      </p:sp>
      <p:sp>
        <p:nvSpPr>
          <p:cNvPr id="111" name="Text 109"/>
          <p:cNvSpPr/>
          <p:nvPr/>
        </p:nvSpPr>
        <p:spPr>
          <a:xfrm>
            <a:off x="5614416" y="3895344"/>
            <a:ext cx="3364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mediane note 3.83 / sal 914 943</a:t>
            </a:r>
            <a:endParaRPr lang="en-US" sz="800" dirty="0"/>
          </a:p>
        </p:txBody>
      </p:sp>
      <p:sp>
        <p:nvSpPr>
          <p:cNvPr id="112" name="Shape 110"/>
          <p:cNvSpPr/>
          <p:nvPr/>
        </p:nvSpPr>
        <p:spPr>
          <a:xfrm>
            <a:off x="1755648" y="4809744"/>
            <a:ext cx="7315200" cy="219456"/>
          </a:xfrm>
          <a:prstGeom prst="rect">
            <a:avLst/>
          </a:prstGeom>
          <a:solidFill>
            <a:srgbClr val="EFF4FB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883664" y="4873752"/>
            <a:ext cx="420624" cy="91440"/>
          </a:xfrm>
          <a:prstGeom prst="rect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2359152" y="485546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3346704" y="4873752"/>
            <a:ext cx="420624" cy="91440"/>
          </a:xfrm>
          <a:prstGeom prst="rect">
            <a:avLst/>
          </a:prstGeom>
          <a:solidFill>
            <a:srgbClr val="1A9E6B"/>
          </a:solidFill>
          <a:ln w="12700">
            <a:solidFill>
              <a:srgbClr val="1A9E6B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3822192" y="485546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</a:t>
            </a:r>
            <a:endParaRPr lang="en-US" sz="800" dirty="0"/>
          </a:p>
        </p:txBody>
      </p:sp>
      <p:sp>
        <p:nvSpPr>
          <p:cNvPr id="117" name="Shape 115"/>
          <p:cNvSpPr/>
          <p:nvPr/>
        </p:nvSpPr>
        <p:spPr>
          <a:xfrm>
            <a:off x="4809744" y="4873752"/>
            <a:ext cx="420624" cy="91440"/>
          </a:xfrm>
          <a:prstGeom prst="rect">
            <a:avLst/>
          </a:prstGeom>
          <a:solidFill>
            <a:srgbClr val="E08A00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5285232" y="485546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</a:t>
            </a:r>
            <a:endParaRPr lang="en-US" sz="800" dirty="0"/>
          </a:p>
        </p:txBody>
      </p:sp>
      <p:sp>
        <p:nvSpPr>
          <p:cNvPr id="119" name="Text 117"/>
          <p:cNvSpPr/>
          <p:nvPr/>
        </p:nvSpPr>
        <p:spPr>
          <a:xfrm>
            <a:off x="6035040" y="485546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validees contre SQL Server — NB3 Etape 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</TotalTime>
  <Words>319</Words>
  <Application>Microsoft Office PowerPoint</Application>
  <PresentationFormat>Affichage à l'écran (16:9)</PresentationFormat>
  <Paragraphs>134</Paragraphs>
  <Slides>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TelcomCI RH Analytics — Dashboard Power BI Mockup</dc:title>
  <dc:subject>PptxGenJS Presentation</dc:subject>
  <dc:creator>PptxGenJS</dc:creator>
  <cp:lastModifiedBy>soum youss</cp:lastModifiedBy>
  <cp:revision>8</cp:revision>
  <dcterms:created xsi:type="dcterms:W3CDTF">2026-04-15T00:51:28Z</dcterms:created>
  <dcterms:modified xsi:type="dcterms:W3CDTF">2026-04-25T21:15:31Z</dcterms:modified>
</cp:coreProperties>
</file>